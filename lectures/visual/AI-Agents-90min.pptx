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d2d4efe19b4d11" /><Relationship Type="http://schemas.openxmlformats.org/officeDocument/2006/relationships/extended-properties" Target="/docProps/app.xml" Id="Rba8cd499f8214f7f" /><Relationship Type="http://schemas.openxmlformats.org/officeDocument/2006/relationships/officeDocument" Target="/ppt/presentation.xml" Id="R5f74dae380a343a1" /></Relationships>
</file>

<file path=ppt/presentation.xml><?xml version="1.0" encoding="utf-8"?>
<p:presentation xmlns:p="http://schemas.openxmlformats.org/presentationml/2006/main">
  <p:sldMasterIdLst>
    <p:sldMasterId xmlns:r="http://schemas.openxmlformats.org/officeDocument/2006/relationships" id="2147483648" r:id="R01c2b58b4fab4091"/>
  </p:sldMasterIdLst>
  <p:notesMasterIdLst>
    <p:notesMasterId xmlns:r="http://schemas.openxmlformats.org/officeDocument/2006/relationships" r:id="R1aa5102425d744ec"/>
  </p:notesMasterIdLst>
  <p:sldIdLst>
    <p:sldId xmlns:r="http://schemas.openxmlformats.org/officeDocument/2006/relationships" id="256" r:id="R5e8d71fe35774572"/>
    <p:sldId xmlns:r="http://schemas.openxmlformats.org/officeDocument/2006/relationships" id="257" r:id="R40b7581ff1664854"/>
    <p:sldId xmlns:r="http://schemas.openxmlformats.org/officeDocument/2006/relationships" id="258" r:id="R05a0d588f0c1440a"/>
    <p:sldId xmlns:r="http://schemas.openxmlformats.org/officeDocument/2006/relationships" id="259" r:id="R61347dce851044ec"/>
    <p:sldId xmlns:r="http://schemas.openxmlformats.org/officeDocument/2006/relationships" id="260" r:id="R6f4ddd37a9e04b7b"/>
    <p:sldId xmlns:r="http://schemas.openxmlformats.org/officeDocument/2006/relationships" id="261" r:id="R7352a4e939aa4800"/>
    <p:sldId xmlns:r="http://schemas.openxmlformats.org/officeDocument/2006/relationships" id="262" r:id="R672876a004ad41a0"/>
    <p:sldId xmlns:r="http://schemas.openxmlformats.org/officeDocument/2006/relationships" id="263" r:id="R58305be47bed4eda"/>
    <p:sldId xmlns:r="http://schemas.openxmlformats.org/officeDocument/2006/relationships" id="264" r:id="Rf3996dcac4f049f4"/>
    <p:sldId xmlns:r="http://schemas.openxmlformats.org/officeDocument/2006/relationships" id="265" r:id="R469944e1ed494224"/>
    <p:sldId xmlns:r="http://schemas.openxmlformats.org/officeDocument/2006/relationships" id="266" r:id="R3035410733b04c51"/>
    <p:sldId xmlns:r="http://schemas.openxmlformats.org/officeDocument/2006/relationships" id="267" r:id="Re759fb5dd32844be"/>
    <p:sldId xmlns:r="http://schemas.openxmlformats.org/officeDocument/2006/relationships" id="268" r:id="R7fc5c26dbd414cc2"/>
    <p:sldId xmlns:r="http://schemas.openxmlformats.org/officeDocument/2006/relationships" id="269" r:id="Rf067688c0cd34742"/>
    <p:sldId xmlns:r="http://schemas.openxmlformats.org/officeDocument/2006/relationships" id="270" r:id="R52e463073d9d48dc"/>
    <p:sldId xmlns:r="http://schemas.openxmlformats.org/officeDocument/2006/relationships" id="271" r:id="Rabd302af330f4dbe"/>
    <p:sldId xmlns:r="http://schemas.openxmlformats.org/officeDocument/2006/relationships" id="272" r:id="R49a227f17abf4374"/>
    <p:sldId xmlns:r="http://schemas.openxmlformats.org/officeDocument/2006/relationships" id="273" r:id="Rb7b8e564992b4d39"/>
    <p:sldId xmlns:r="http://schemas.openxmlformats.org/officeDocument/2006/relationships" id="274" r:id="R1edb4a2456f1405d"/>
    <p:sldId xmlns:r="http://schemas.openxmlformats.org/officeDocument/2006/relationships" id="275" r:id="Re3895e7d1e0943e7"/>
    <p:sldId xmlns:r="http://schemas.openxmlformats.org/officeDocument/2006/relationships" id="276" r:id="R1002f77c90ca4dae"/>
    <p:sldId xmlns:r="http://schemas.openxmlformats.org/officeDocument/2006/relationships" id="277" r:id="Rcc0db65ef3604c63"/>
    <p:sldId xmlns:r="http://schemas.openxmlformats.org/officeDocument/2006/relationships" id="278" r:id="Ra270489e54d84a0a"/>
    <p:sldId xmlns:r="http://schemas.openxmlformats.org/officeDocument/2006/relationships" id="279" r:id="R974a816edea44ef5"/>
    <p:sldId xmlns:r="http://schemas.openxmlformats.org/officeDocument/2006/relationships" id="280" r:id="Rb507ed1e0c7c4aae"/>
    <p:sldId xmlns:r="http://schemas.openxmlformats.org/officeDocument/2006/relationships" id="281" r:id="R1ebd80c193194727"/>
    <p:sldId xmlns:r="http://schemas.openxmlformats.org/officeDocument/2006/relationships" id="282" r:id="R43ada0f75a7744e8"/>
    <p:sldId xmlns:r="http://schemas.openxmlformats.org/officeDocument/2006/relationships" id="283" r:id="R992b04e52a7b4138"/>
    <p:sldId xmlns:r="http://schemas.openxmlformats.org/officeDocument/2006/relationships" id="284" r:id="R2069363696a44e0e"/>
    <p:sldId xmlns:r="http://schemas.openxmlformats.org/officeDocument/2006/relationships" id="285" r:id="Rd1c71139919d4127"/>
    <p:sldId xmlns:r="http://schemas.openxmlformats.org/officeDocument/2006/relationships" id="286" r:id="Reddf7842502b4641"/>
    <p:sldId xmlns:r="http://schemas.openxmlformats.org/officeDocument/2006/relationships" id="287" r:id="Rb27526aedb3245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8b232a87b64217" /><Relationship Type="http://schemas.openxmlformats.org/officeDocument/2006/relationships/slideMaster" Target="/ppt/slideMasters/slideMaster1.xml" Id="R01c2b58b4fab4091" /><Relationship Type="http://schemas.openxmlformats.org/officeDocument/2006/relationships/notesMaster" Target="/ppt/notesMasters/notesMaster1.xml" Id="R1aa5102425d744ec" /><Relationship Type="http://schemas.openxmlformats.org/officeDocument/2006/relationships/presProps" Target="/ppt/presProps.xml" Id="Re4a449ff46ad4419" /><Relationship Type="http://schemas.openxmlformats.org/officeDocument/2006/relationships/tableStyles" Target="/ppt/tableStyles.xml" Id="Ra99b4da06a584752" /><Relationship Type="http://schemas.openxmlformats.org/officeDocument/2006/relationships/slide" Target="/ppt/slides/slide1.xml" Id="R5e8d71fe35774572" /><Relationship Type="http://schemas.openxmlformats.org/officeDocument/2006/relationships/slide" Target="/ppt/slides/slide2.xml" Id="R40b7581ff1664854" /><Relationship Type="http://schemas.openxmlformats.org/officeDocument/2006/relationships/slide" Target="/ppt/slides/slide3.xml" Id="R05a0d588f0c1440a" /><Relationship Type="http://schemas.openxmlformats.org/officeDocument/2006/relationships/slide" Target="/ppt/slides/slide4.xml" Id="R61347dce851044ec" /><Relationship Type="http://schemas.openxmlformats.org/officeDocument/2006/relationships/slide" Target="/ppt/slides/slide5.xml" Id="R6f4ddd37a9e04b7b" /><Relationship Type="http://schemas.openxmlformats.org/officeDocument/2006/relationships/slide" Target="/ppt/slides/slide6.xml" Id="R7352a4e939aa4800" /><Relationship Type="http://schemas.openxmlformats.org/officeDocument/2006/relationships/slide" Target="/ppt/slides/slide7.xml" Id="R672876a004ad41a0" /><Relationship Type="http://schemas.openxmlformats.org/officeDocument/2006/relationships/slide" Target="/ppt/slides/slide8.xml" Id="R58305be47bed4eda" /><Relationship Type="http://schemas.openxmlformats.org/officeDocument/2006/relationships/slide" Target="/ppt/slides/slide9.xml" Id="Rf3996dcac4f049f4" /><Relationship Type="http://schemas.openxmlformats.org/officeDocument/2006/relationships/slide" Target="/ppt/slides/slide10.xml" Id="R469944e1ed494224" /><Relationship Type="http://schemas.openxmlformats.org/officeDocument/2006/relationships/slide" Target="/ppt/slides/slide11.xml" Id="R3035410733b04c51" /><Relationship Type="http://schemas.openxmlformats.org/officeDocument/2006/relationships/slide" Target="/ppt/slides/slide12.xml" Id="Re759fb5dd32844be" /><Relationship Type="http://schemas.openxmlformats.org/officeDocument/2006/relationships/slide" Target="/ppt/slides/slide13.xml" Id="R7fc5c26dbd414cc2" /><Relationship Type="http://schemas.openxmlformats.org/officeDocument/2006/relationships/slide" Target="/ppt/slides/slide14.xml" Id="Rf067688c0cd34742" /><Relationship Type="http://schemas.openxmlformats.org/officeDocument/2006/relationships/slide" Target="/ppt/slides/slide15.xml" Id="R52e463073d9d48dc" /><Relationship Type="http://schemas.openxmlformats.org/officeDocument/2006/relationships/slide" Target="/ppt/slides/slide16.xml" Id="Rabd302af330f4dbe" /><Relationship Type="http://schemas.openxmlformats.org/officeDocument/2006/relationships/slide" Target="/ppt/slides/slide17.xml" Id="R49a227f17abf4374" /><Relationship Type="http://schemas.openxmlformats.org/officeDocument/2006/relationships/slide" Target="/ppt/slides/slide18.xml" Id="Rb7b8e564992b4d39" /><Relationship Type="http://schemas.openxmlformats.org/officeDocument/2006/relationships/slide" Target="/ppt/slides/slide19.xml" Id="R1edb4a2456f1405d" /><Relationship Type="http://schemas.openxmlformats.org/officeDocument/2006/relationships/slide" Target="/ppt/slides/slide20.xml" Id="Re3895e7d1e0943e7" /><Relationship Type="http://schemas.openxmlformats.org/officeDocument/2006/relationships/slide" Target="/ppt/slides/slide21.xml" Id="R1002f77c90ca4dae" /><Relationship Type="http://schemas.openxmlformats.org/officeDocument/2006/relationships/slide" Target="/ppt/slides/slide22.xml" Id="Rcc0db65ef3604c63" /><Relationship Type="http://schemas.openxmlformats.org/officeDocument/2006/relationships/slide" Target="/ppt/slides/slide23.xml" Id="Ra270489e54d84a0a" /><Relationship Type="http://schemas.openxmlformats.org/officeDocument/2006/relationships/slide" Target="/ppt/slides/slide24.xml" Id="R974a816edea44ef5" /><Relationship Type="http://schemas.openxmlformats.org/officeDocument/2006/relationships/slide" Target="/ppt/slides/slide25.xml" Id="Rb507ed1e0c7c4aae" /><Relationship Type="http://schemas.openxmlformats.org/officeDocument/2006/relationships/slide" Target="/ppt/slides/slide26.xml" Id="R1ebd80c193194727" /><Relationship Type="http://schemas.openxmlformats.org/officeDocument/2006/relationships/slide" Target="/ppt/slides/slide27.xml" Id="R43ada0f75a7744e8" /><Relationship Type="http://schemas.openxmlformats.org/officeDocument/2006/relationships/slide" Target="/ppt/slides/slide28.xml" Id="R992b04e52a7b4138" /><Relationship Type="http://schemas.openxmlformats.org/officeDocument/2006/relationships/slide" Target="/ppt/slides/slide29.xml" Id="R2069363696a44e0e" /><Relationship Type="http://schemas.openxmlformats.org/officeDocument/2006/relationships/slide" Target="/ppt/slides/slide30.xml" Id="Rd1c71139919d4127" /><Relationship Type="http://schemas.openxmlformats.org/officeDocument/2006/relationships/slide" Target="/ppt/slides/slide31.xml" Id="Reddf7842502b4641" /><Relationship Type="http://schemas.openxmlformats.org/officeDocument/2006/relationships/slide" Target="/ppt/slides/slide32.xml" Id="Rb27526aedb3245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ef13a01dbb49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4121469c8b46bc" /><Relationship Type="http://schemas.openxmlformats.org/officeDocument/2006/relationships/notesMaster" Target="/ppt/notesMasters/notesMaster1.xml" Id="R390b06f5f3bc42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8347328f2a4863" /><Relationship Type="http://schemas.openxmlformats.org/officeDocument/2006/relationships/notesMaster" Target="/ppt/notesMasters/notesMaster1.xml" Id="R5475f6a694d24a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24f741477e450a" /><Relationship Type="http://schemas.openxmlformats.org/officeDocument/2006/relationships/notesMaster" Target="/ppt/notesMasters/notesMaster1.xml" Id="Rd9711511af2d43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17f695564942d5" /><Relationship Type="http://schemas.openxmlformats.org/officeDocument/2006/relationships/notesMaster" Target="/ppt/notesMasters/notesMaster1.xml" Id="R1a5d705e21d940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80766ac859442f" /><Relationship Type="http://schemas.openxmlformats.org/officeDocument/2006/relationships/notesMaster" Target="/ppt/notesMasters/notesMaster1.xml" Id="R4dccc2768b6448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a503f9afba4e51" /><Relationship Type="http://schemas.openxmlformats.org/officeDocument/2006/relationships/notesMaster" Target="/ppt/notesMasters/notesMaster1.xml" Id="Re92f9654d5444e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075dbba6944db4" /><Relationship Type="http://schemas.openxmlformats.org/officeDocument/2006/relationships/notesMaster" Target="/ppt/notesMasters/notesMaster1.xml" Id="R8e2ccac34d8840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871e7fc7274709" /><Relationship Type="http://schemas.openxmlformats.org/officeDocument/2006/relationships/notesMaster" Target="/ppt/notesMasters/notesMaster1.xml" Id="Rdbb3a8f3e5fd43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1d26b1d4b2439d" /><Relationship Type="http://schemas.openxmlformats.org/officeDocument/2006/relationships/notesMaster" Target="/ppt/notesMasters/notesMaster1.xml" Id="Re7522feb0e3f4b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052537030046c6" /><Relationship Type="http://schemas.openxmlformats.org/officeDocument/2006/relationships/notesMaster" Target="/ppt/notesMasters/notesMaster1.xml" Id="R3c852b1aae814f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4e1a4a6ab2485d" /><Relationship Type="http://schemas.openxmlformats.org/officeDocument/2006/relationships/notesMaster" Target="/ppt/notesMasters/notesMaster1.xml" Id="Rd684e0b0695642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f728a0d5374b0f" /><Relationship Type="http://schemas.openxmlformats.org/officeDocument/2006/relationships/notesMaster" Target="/ppt/notesMasters/notesMaster1.xml" Id="R1ef65bf5c3af48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caa2d273974d90" /><Relationship Type="http://schemas.openxmlformats.org/officeDocument/2006/relationships/notesMaster" Target="/ppt/notesMasters/notesMaster1.xml" Id="Rbbe628f2c8254c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40a9449aef4ece" /><Relationship Type="http://schemas.openxmlformats.org/officeDocument/2006/relationships/notesMaster" Target="/ppt/notesMasters/notesMaster1.xml" Id="R655290b0dfa540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b58362a2274ee7" /><Relationship Type="http://schemas.openxmlformats.org/officeDocument/2006/relationships/notesMaster" Target="/ppt/notesMasters/notesMaster1.xml" Id="R2dfad65d9fc243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797e4d36674f7d" /><Relationship Type="http://schemas.openxmlformats.org/officeDocument/2006/relationships/notesMaster" Target="/ppt/notesMasters/notesMaster1.xml" Id="R0345c1e34d0248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bed3a718c646cf" /><Relationship Type="http://schemas.openxmlformats.org/officeDocument/2006/relationships/notesMaster" Target="/ppt/notesMasters/notesMaster1.xml" Id="R75af20f7705144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a264650bb54eb8" /><Relationship Type="http://schemas.openxmlformats.org/officeDocument/2006/relationships/notesMaster" Target="/ppt/notesMasters/notesMaster1.xml" Id="Rd2b7c6f135a74d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e64c5826c44f0b" /><Relationship Type="http://schemas.openxmlformats.org/officeDocument/2006/relationships/notesMaster" Target="/ppt/notesMasters/notesMaster1.xml" Id="R2232dd58a7a541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5a5c2580934c34" /><Relationship Type="http://schemas.openxmlformats.org/officeDocument/2006/relationships/notesMaster" Target="/ppt/notesMasters/notesMaster1.xml" Id="Rb566d311fc864d7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59aa35060b4f69" /><Relationship Type="http://schemas.openxmlformats.org/officeDocument/2006/relationships/notesMaster" Target="/ppt/notesMasters/notesMaster1.xml" Id="R9bb159a971944c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de43a033054637" /><Relationship Type="http://schemas.openxmlformats.org/officeDocument/2006/relationships/notesMaster" Target="/ppt/notesMasters/notesMaster1.xml" Id="R7935736dfa5245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4710a7fa154806" /><Relationship Type="http://schemas.openxmlformats.org/officeDocument/2006/relationships/notesMaster" Target="/ppt/notesMasters/notesMaster1.xml" Id="R129bdb4ec49244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efdd2a9832466e" /><Relationship Type="http://schemas.openxmlformats.org/officeDocument/2006/relationships/notesMaster" Target="/ppt/notesMasters/notesMaster1.xml" Id="R97c54b170e8b4c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031c0ada294b03" /><Relationship Type="http://schemas.openxmlformats.org/officeDocument/2006/relationships/notesMaster" Target="/ppt/notesMasters/notesMaster1.xml" Id="Rfd2b5f065a8b4ed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6fde1221344c20" /><Relationship Type="http://schemas.openxmlformats.org/officeDocument/2006/relationships/notesMaster" Target="/ppt/notesMasters/notesMaster1.xml" Id="Ree227fc926ae478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c528f6f3ab14943" /><Relationship Type="http://schemas.openxmlformats.org/officeDocument/2006/relationships/notesMaster" Target="/ppt/notesMasters/notesMaster1.xml" Id="Rcb757260af0a44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811ec814684580" /><Relationship Type="http://schemas.openxmlformats.org/officeDocument/2006/relationships/notesMaster" Target="/ppt/notesMasters/notesMaster1.xml" Id="Ra56b0749795445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9bd29abdfa84520" /><Relationship Type="http://schemas.openxmlformats.org/officeDocument/2006/relationships/notesMaster" Target="/ppt/notesMasters/notesMaster1.xml" Id="Rf30a6a6c7fc94a7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4650e8ab1249ac" /><Relationship Type="http://schemas.openxmlformats.org/officeDocument/2006/relationships/notesMaster" Target="/ppt/notesMasters/notesMaster1.xml" Id="R528b0ae1163d4df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585b24c9784e39" /><Relationship Type="http://schemas.openxmlformats.org/officeDocument/2006/relationships/notesMaster" Target="/ppt/notesMasters/notesMaster1.xml" Id="R1d731edbfce544b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266ed49de924a03" /><Relationship Type="http://schemas.openxmlformats.org/officeDocument/2006/relationships/notesMaster" Target="/ppt/notesMasters/notesMaster1.xml" Id="Rba089e76c57d40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 ИИ-агенты: понять и сделать</a:t>
            </a:r>
          </a:p>
          <a:p xmlns:a="http://schemas.openxmlformats.org/drawingml/2006/main">
            <a:r>
              <a:t>Блок 1. 0–2 мин от начала. На слайд 2 мин.</a:t>
            </a:r>
          </a:p>
          <a:p xmlns:a="http://schemas.openxmlformats.org/drawingml/2006/main">
            <a:r>
              <a:t/>
            </a:r>
          </a:p>
          <a:p xmlns:a="http://schemas.openxmlformats.org/drawingml/2006/main">
            <a:r>
              <a:t>ОБЪЯСНЕНИЕ</a:t>
            </a:r>
          </a:p>
          <a:p xmlns:a="http://schemas.openxmlformats.org/drawingml/2006/main">
            <a:r>
              <a:t>Начните с результата: сегодня участник поймёт, кто выбирает действие и кто его выполняет. После лекции он настроит готового помощника, добавив своё правило. Не обещайте разработку промышленной системы или обучение нейросети за одно занятие. В этой лекции есть два блока по 45 минут, включающие объяснения, вопросы и короткие демонстрации. Перерыв при необходимости добавляют отдельно, не вычитая из учебных 90 минут. Попросите группу назвать один бытовой вопрос, для которого нужен порядок действий.</a:t>
            </a:r>
          </a:p>
          <a:p xmlns:a="http://schemas.openxmlformats.org/drawingml/2006/main">
            <a:r>
              <a:t/>
            </a:r>
          </a:p>
          <a:p xmlns:a="http://schemas.openxmlformats.org/drawingml/2006/main">
            <a:r>
              <a:t>ВОПРОС ГРУППЕ</a:t>
            </a:r>
          </a:p>
          <a:p xmlns:a="http://schemas.openxmlformats.org/drawingml/2006/main">
            <a:r>
              <a:t>Что вы хотите уметь после занятия?</a:t>
            </a:r>
          </a:p>
          <a:p xmlns:a="http://schemas.openxmlformats.org/drawingml/2006/main">
            <a:r>
              <a:t/>
            </a:r>
          </a:p>
          <a:p xmlns:a="http://schemas.openxmlformats.org/drawingml/2006/main">
            <a:r>
              <a:t>ОЖИДАЕМЫЙ ОТВЕТ</a:t>
            </a:r>
          </a:p>
          <a:p xmlns:a="http://schemas.openxmlformats.org/drawingml/2006/main">
            <a:r>
              <a:t>Достаточно конкретного действия: запустить помощника, изменить правило и проверить результат.</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 Ваш результат после курса</a:t>
            </a:r>
          </a:p>
          <a:p xmlns:a="http://schemas.openxmlformats.org/drawingml/2006/main">
            <a:r>
              <a:t>Блок 1. 2–5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Покажите три итоговых файла: policies.json, task.json и result.json. Первый содержит копию правил, второй вопрос, третий результат одного запуска. Это не три новые программы. Аналогия — папка с инструкцией, обращением и отчётом. Участник меняет учебные данные готовой системы. Уточните, что файл результата не обновляется сам после правки вопроса. Проверка нового поведения требует нового запуска. Успехом считается личное действие и его объяснение, а не просмотр чужого экрана.</a:t>
            </a:r>
          </a:p>
          <a:p xmlns:a="http://schemas.openxmlformats.org/drawingml/2006/main">
            <a:r>
              <a:t/>
            </a:r>
          </a:p>
          <a:p xmlns:a="http://schemas.openxmlformats.org/drawingml/2006/main">
            <a:r>
              <a:t>ВОПРОС ГРУППЕ</a:t>
            </a:r>
          </a:p>
          <a:p xmlns:a="http://schemas.openxmlformats.org/drawingml/2006/main">
            <a:r>
              <a:t>Что нужно сделать после изменения вопроса?</a:t>
            </a:r>
          </a:p>
          <a:p xmlns:a="http://schemas.openxmlformats.org/drawingml/2006/main">
            <a:r>
              <a:t/>
            </a:r>
          </a:p>
          <a:p xmlns:a="http://schemas.openxmlformats.org/drawingml/2006/main">
            <a:r>
              <a:t>ОЖИДАЕМЫЙ ОТВЕТ</a:t>
            </a:r>
          </a:p>
          <a:p xmlns:a="http://schemas.openxmlformats.org/drawingml/2006/main">
            <a:r>
              <a:t>Запустить задачу заново и сравнить результат с ожиданием.</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 Помощник в учреждении</a:t>
            </a:r>
          </a:p>
          <a:p xmlns:a="http://schemas.openxmlformats.org/drawingml/2006/main">
            <a:r>
              <a:t>Блок 1. 5–8 мин от начала. На слайд 3 мин.</a:t>
            </a:r>
          </a:p>
          <a:p xmlns:a="http://schemas.openxmlformats.org/drawingml/2006/main">
            <a:r>
              <a:t/>
            </a:r>
          </a:p>
          <a:p xmlns:a="http://schemas.openxmlformats.org/drawingml/2006/main">
            <a:r>
              <a:t>ОБЪЯСНЕНИЕ</a:t>
            </a:r>
          </a:p>
          <a:p xmlns:a="http://schemas.openxmlformats.org/drawingml/2006/main">
            <a:r>
              <a:t>Представьте посетителя, которому нужна справка. Помощник не выдаёт случайный бланк, а уточняет запрос и обращается к памятке. Картотека не принимает решение за посетителя: она возвращает записи. Перенесите роли в программу: человек задаёт цель, политика выбора решает следующий шаг, инструмент ищет сведения, итог проверяется. Граница аналогии важна: модель не является ответственным сотрудником, не обладает человеческими намерениями и может выбрать неподходящий шаг. Не называйте её самостоятельным работником с неограниченными полномочиями.</a:t>
            </a:r>
          </a:p>
          <a:p xmlns:a="http://schemas.openxmlformats.org/drawingml/2006/main">
            <a:r>
              <a:t/>
            </a:r>
          </a:p>
          <a:p xmlns:a="http://schemas.openxmlformats.org/drawingml/2006/main">
            <a:r>
              <a:t>ВОПРОС ГРУППЕ</a:t>
            </a:r>
          </a:p>
          <a:p xmlns:a="http://schemas.openxmlformats.org/drawingml/2006/main">
            <a:r>
              <a:t>Какую роль играет поиск: выбирает задачу или возвращает сведения?</a:t>
            </a:r>
          </a:p>
          <a:p xmlns:a="http://schemas.openxmlformats.org/drawingml/2006/main">
            <a:r>
              <a:t/>
            </a:r>
          </a:p>
          <a:p xmlns:a="http://schemas.openxmlformats.org/drawingml/2006/main">
            <a:r>
              <a:t>ОЖИДАЕМЫЙ ОТВЕТ</a:t>
            </a:r>
          </a:p>
          <a:p xmlns:a="http://schemas.openxmlformats.org/drawingml/2006/main">
            <a:r>
              <a:t>Возвращает сведения по запросу; выбор действия происходит отдельно.</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4. ИИ и языковая модель</a:t>
            </a:r>
          </a:p>
          <a:p xmlns:a="http://schemas.openxmlformats.org/drawingml/2006/main">
            <a:r>
              <a:t>Блок 1. 8–11 мин от начала. На слайд 3 мин.</a:t>
            </a:r>
          </a:p>
          <a:p xmlns:a="http://schemas.openxmlformats.org/drawingml/2006/main">
            <a:r>
              <a:t/>
            </a:r>
          </a:p>
          <a:p xmlns:a="http://schemas.openxmlformats.org/drawingml/2006/main">
            <a:r>
              <a:t>ОБЪЯСНЕНИЕ</a:t>
            </a:r>
          </a:p>
          <a:p xmlns:a="http://schemas.openxmlformats.org/drawingml/2006/main">
            <a:r>
              <a:t>ИИ — широкая область методов, а не название одного чат-продукта. Языковая модель обучена работать с последовательностями токенов и формирует продолжение с учётом контекста. Для начинающих достаточно понимать: она умеет работать с текстом, но не гарантирует истинность и не получает автоматически доступ к документам организации. Агентное приложение соединяет модель с задачей, состоянием и доступными операциями. Не приравнивайте любую автоматизацию к ИИ. Формулировка про токены упрощает устройство обучения и вывода, но показывает, почему убедительная речь не равна проверенному факту.</a:t>
            </a:r>
          </a:p>
          <a:p xmlns:a="http://schemas.openxmlformats.org/drawingml/2006/main">
            <a:r>
              <a:t/>
            </a:r>
          </a:p>
          <a:p xmlns:a="http://schemas.openxmlformats.org/drawingml/2006/main">
            <a:r>
              <a:t>ВОПРОС ГРУППЕ</a:t>
            </a:r>
          </a:p>
          <a:p xmlns:a="http://schemas.openxmlformats.org/drawingml/2006/main">
            <a:r>
              <a:t>Получает ли модель ваши внутренние правила автоматически?</a:t>
            </a:r>
          </a:p>
          <a:p xmlns:a="http://schemas.openxmlformats.org/drawingml/2006/main">
            <a:r>
              <a:t/>
            </a:r>
          </a:p>
          <a:p xmlns:a="http://schemas.openxmlformats.org/drawingml/2006/main">
            <a:r>
              <a:t>ОЖИДАЕМЫЙ ОТВЕТ</a:t>
            </a:r>
          </a:p>
          <a:p xmlns:a="http://schemas.openxmlformats.org/drawingml/2006/main">
            <a:r>
              <a:t>Нет. Доступ и передачу соответствующих данных организует приложение.</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5. Чат как способ общения</a:t>
            </a:r>
          </a:p>
          <a:p xmlns:a="http://schemas.openxmlformats.org/drawingml/2006/main">
            <a:r>
              <a:t>Блок 1. 11–14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Покажите условный обмен сообщениями. Если пользователь просит объяснение, достаточно ответа модели. Но в таком же окне может работать программа, вызывающая поиск и другие функции. Поэтому неверно разделять мир на «любой чат не агент» и «агент обязательно отдельное окно». Важно выяснить, как определяется следующий шаг. Заданный процесс тоже может включать модель на одном этапе. Используйте слово «чат» для интерфейса, а не как строгую альтернативу всей архитектуре.</a:t>
            </a:r>
          </a:p>
          <a:p xmlns:a="http://schemas.openxmlformats.org/drawingml/2006/main">
            <a:r>
              <a:t/>
            </a:r>
          </a:p>
          <a:p xmlns:a="http://schemas.openxmlformats.org/drawingml/2006/main">
            <a:r>
              <a:t>ВОПРОС ГРУППЕ</a:t>
            </a:r>
          </a:p>
          <a:p xmlns:a="http://schemas.openxmlformats.org/drawingml/2006/main">
            <a:r>
              <a:t>Можно ли по одному скриншоту чата понять, как выбраны действия?</a:t>
            </a:r>
          </a:p>
          <a:p xmlns:a="http://schemas.openxmlformats.org/drawingml/2006/main">
            <a:r>
              <a:t/>
            </a:r>
          </a:p>
          <a:p xmlns:a="http://schemas.openxmlformats.org/drawingml/2006/main">
            <a:r>
              <a:t>ОЖИДАЕМЫЙ ОТВЕТ</a:t>
            </a:r>
          </a:p>
          <a:p xmlns:a="http://schemas.openxmlformats.org/drawingml/2006/main">
            <a:r>
              <a:t>Обычно нет. Нужно знать устройство приложения и наблюдать вызовы.</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6. Заданный процесс и LLM-агент</a:t>
            </a:r>
          </a:p>
          <a:p xmlns:a="http://schemas.openxmlformats.org/drawingml/2006/main">
            <a:r>
              <a:t>Блок 1. 14–17 мин от начала. На слайд 3 мин.</a:t>
            </a:r>
          </a:p>
          <a:p xmlns:a="http://schemas.openxmlformats.org/drawingml/2006/main">
            <a:r>
              <a:t/>
            </a:r>
          </a:p>
          <a:p xmlns:a="http://schemas.openxmlformats.org/drawingml/2006/main">
            <a:r>
              <a:t>ОБЪЯСНЕНИЕ</a:t>
            </a:r>
          </a:p>
          <a:p xmlns:a="http://schemas.openxmlformats.org/drawingml/2006/main">
            <a:r>
              <a:t>В заранее заданном процессе программист определяет последовательность и условия перехода. В принятом здесь определении LLM-агента модель выбирает следующий инструмент, опираясь на цель и наблюдения. Это рабочее разграничение Anthropic, а не универсальное определение агента во всей науке об ИИ. Не говорите, что workflow обязательно линейный: в нём могут быть развилки. И не обещайте, что модель свободна от ограничений: список инструментов и проверки задаёт приложение.</a:t>
            </a:r>
          </a:p>
          <a:p xmlns:a="http://schemas.openxmlformats.org/drawingml/2006/main">
            <a:r>
              <a:t/>
            </a:r>
          </a:p>
          <a:p xmlns:a="http://schemas.openxmlformats.org/drawingml/2006/main">
            <a:r>
              <a:t>ВОПРОС ГРУППЕ</a:t>
            </a:r>
          </a:p>
          <a:p xmlns:a="http://schemas.openxmlformats.org/drawingml/2006/main">
            <a:r>
              <a:t>Если код содержит if и выбирает развилку, это уже LLM-агент?</a:t>
            </a:r>
          </a:p>
          <a:p xmlns:a="http://schemas.openxmlformats.org/drawingml/2006/main">
            <a:r>
              <a:t/>
            </a:r>
          </a:p>
          <a:p xmlns:a="http://schemas.openxmlformats.org/drawingml/2006/main">
            <a:r>
              <a:t>ОЖИДАЕМЫЙ ОТВЕТ</a:t>
            </a:r>
          </a:p>
          <a:p xmlns:a="http://schemas.openxmlformats.org/drawingml/2006/main">
            <a:r>
              <a:t>Нет. Развилку может выбирать обычное условие; для этого модель не нужна.</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7. Где достаточно обычного кода</a:t>
            </a:r>
          </a:p>
          <a:p xmlns:a="http://schemas.openxmlformats.org/drawingml/2006/main">
            <a:r>
              <a:t>Блок 1. 17–20 мин от начала. На слайд 3 мин.</a:t>
            </a:r>
          </a:p>
          <a:p xmlns:a="http://schemas.openxmlformats.org/drawingml/2006/main">
            <a:r>
              <a:t/>
            </a:r>
          </a:p>
          <a:p xmlns:a="http://schemas.openxmlformats.org/drawingml/2006/main">
            <a:r>
              <a:t>ОБЪЯСНЕНИЕ</a:t>
            </a:r>
          </a:p>
          <a:p xmlns:a="http://schemas.openxmlformats.org/drawingml/2006/main">
            <a:r>
              <a:t>Возьмите расчёт стоимости: известную цену умножаем на количество. Такой результат удобно получать точной функцией. Модель может запросить этот инструмент, но ей не нужно угадывать арифметику. Стабильный процесс также можно реализовать обычным кодом. Гибкость модели полезна не всегда и добавляет расходы и возможные ошибки. Для простого учебного кейса симулятор часто достаточен. Мы изучаем механизм на маленьком примере, а не доказываем экономическую необходимость агента для каждой заявки.</a:t>
            </a:r>
          </a:p>
          <a:p xmlns:a="http://schemas.openxmlformats.org/drawingml/2006/main">
            <a:r>
              <a:t/>
            </a:r>
          </a:p>
          <a:p xmlns:a="http://schemas.openxmlformats.org/drawingml/2006/main">
            <a:r>
              <a:t>ВОПРОС ГРУППЕ</a:t>
            </a:r>
          </a:p>
          <a:p xmlns:a="http://schemas.openxmlformats.org/drawingml/2006/main">
            <a:r>
              <a:t>Зачем три модели для умножения 70000 на 2?</a:t>
            </a:r>
          </a:p>
          <a:p xmlns:a="http://schemas.openxmlformats.org/drawingml/2006/main">
            <a:r>
              <a:t/>
            </a:r>
          </a:p>
          <a:p xmlns:a="http://schemas.openxmlformats.org/drawingml/2006/main">
            <a:r>
              <a:t>ОЖИДАЕМЫЙ ОТВЕТ</a:t>
            </a:r>
          </a:p>
          <a:p xmlns:a="http://schemas.openxmlformats.org/drawingml/2006/main">
            <a:r>
              <a:t>Для такой формулы они не нужны; отдельная функция даёт проверяемый расчёт.</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8. Цикл агента</a:t>
            </a:r>
          </a:p>
          <a:p xmlns:a="http://schemas.openxmlformats.org/drawingml/2006/main">
            <a:r>
              <a:t>Блок 1. 20–23 мин от начала. На слайд 3 мин.</a:t>
            </a:r>
          </a:p>
          <a:p xmlns:a="http://schemas.openxmlformats.org/drawingml/2006/main">
            <a:r>
              <a:t/>
            </a:r>
          </a:p>
          <a:p xmlns:a="http://schemas.openxmlformats.org/drawingml/2006/main">
            <a:r>
              <a:t>ОБЪЯСНЕНИЕ</a:t>
            </a:r>
          </a:p>
          <a:p xmlns:a="http://schemas.openxmlformats.org/drawingml/2006/main">
            <a:r>
              <a:t>Проведите пальцем по схеме. Получив цель, политика выбора предлагает действие. Приложение проверяет и исполняет функцию, записывает наблюдение, затем либо возвращает управление выбору, либо завершает задачу. Повтор не бесконечен: есть лимиты. Уточнение или передача человеку тоже могут быть конечным результатом. Попросите участника описать один круг на примере справки. Не требуйте заучивания английских названий функций. Важна причинная связь: новое наблюдение может изменить дальнейший шаг.</a:t>
            </a:r>
          </a:p>
          <a:p xmlns:a="http://schemas.openxmlformats.org/drawingml/2006/main">
            <a:r>
              <a:t/>
            </a:r>
          </a:p>
          <a:p xmlns:a="http://schemas.openxmlformats.org/drawingml/2006/main">
            <a:r>
              <a:t>ВОПРОС ГРУППЕ</a:t>
            </a:r>
          </a:p>
          <a:p xmlns:a="http://schemas.openxmlformats.org/drawingml/2006/main">
            <a:r>
              <a:t>Почему нельзя сразу написать окончательный ответ до поиска?</a:t>
            </a:r>
          </a:p>
          <a:p xmlns:a="http://schemas.openxmlformats.org/drawingml/2006/main">
            <a:r>
              <a:t/>
            </a:r>
          </a:p>
          <a:p xmlns:a="http://schemas.openxmlformats.org/drawingml/2006/main">
            <a:r>
              <a:t>ОЖИДАЕМЫЙ ОТВЕТ</a:t>
            </a:r>
          </a:p>
          <a:p xmlns:a="http://schemas.openxmlformats.org/drawingml/2006/main">
            <a:r>
              <a:t>Нужные сведения ещё не получены; иначе ответ будет догадкой.</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https://developers.openai.com/api/docs/guides/function-calling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9. Выбор и исполнение</a:t>
            </a:r>
          </a:p>
          <a:p xmlns:a="http://schemas.openxmlformats.org/drawingml/2006/main">
            <a:r>
              <a:t>Блок 1. 23–26 мин от начала. На слайд 3 мин.</a:t>
            </a:r>
          </a:p>
          <a:p xmlns:a="http://schemas.openxmlformats.org/drawingml/2006/main">
            <a:r>
              <a:t/>
            </a:r>
          </a:p>
          <a:p xmlns:a="http://schemas.openxmlformats.org/drawingml/2006/main">
            <a:r>
              <a:t>ОБЪЯСНЕНИЕ</a:t>
            </a:r>
          </a:p>
          <a:p xmlns:a="http://schemas.openxmlformats.org/drawingml/2006/main">
            <a:r>
              <a:t>Поясните function calling без кода. Модель возвращает описание вызова: имя и аргументы. Программа разбирает его, проверяет контракт и выполняет функцию. Результат возвращается модели, после чего можно выбрать следующий шаг. API связывает вызов и ответ идентификатором, но этот термин можно оставить в дополнительных заметках. Ключевой смысл: текст модели не является системной командой, которая сама выполняет операцию. Даже в правильно работающем протоколе модель может выбрать не тот инструмент, поэтому проверки нужны независимо.</a:t>
            </a:r>
          </a:p>
          <a:p xmlns:a="http://schemas.openxmlformats.org/drawingml/2006/main">
            <a:r>
              <a:t/>
            </a:r>
          </a:p>
          <a:p xmlns:a="http://schemas.openxmlformats.org/drawingml/2006/main">
            <a:r>
              <a:t>ВОПРОС ГРУППЕ</a:t>
            </a:r>
          </a:p>
          <a:p xmlns:a="http://schemas.openxmlformats.org/drawingml/2006/main">
            <a:r>
              <a:t>Кто исполняет Python-функцию: модель или приложение?</a:t>
            </a:r>
          </a:p>
          <a:p xmlns:a="http://schemas.openxmlformats.org/drawingml/2006/main">
            <a:r>
              <a:t/>
            </a:r>
          </a:p>
          <a:p xmlns:a="http://schemas.openxmlformats.org/drawingml/2006/main">
            <a:r>
              <a:t>ОЖИДАЕМЫЙ ОТВЕТ</a:t>
            </a:r>
          </a:p>
          <a:p xmlns:a="http://schemas.openxmlformats.org/drawingml/2006/main">
            <a:r>
              <a:t>Приложение. Модель запрашивает действие.</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https://developers.openai.com/api/docs/guides/function-calling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10. Инструмент: вход, действие и результат</a:t>
            </a:r>
          </a:p>
          <a:p xmlns:a="http://schemas.openxmlformats.org/drawingml/2006/main">
            <a:r>
              <a:t>Блок 1. 26–29 мин от начала. На слайд 3 мин.</a:t>
            </a:r>
          </a:p>
          <a:p xmlns:a="http://schemas.openxmlformats.org/drawingml/2006/main">
            <a:r>
              <a:t/>
            </a:r>
          </a:p>
          <a:p xmlns:a="http://schemas.openxmlformats.org/drawingml/2006/main">
            <a:r>
              <a:t>ОБЪЯСНЕНИЕ</a:t>
            </a:r>
          </a:p>
          <a:p xmlns:a="http://schemas.openxmlformats.org/drawingml/2006/main">
            <a:r>
              <a:t>Инструмент можно сравнить с услугой с заранее определённой формой заявки. Для получения срока передают приоритет, в ответ получают часы и источник. Вызов с чужим приоритетом должен отклоняться, даже если строка синтаксически верна. strict в API помогает соблюдать схему, но не доказывает, что выбран правильный приоритет для текущей задачи. Аргументы и результат должны проходить проверки приложения. Все числа на этом слайде вымышлены для занятия.</a:t>
            </a:r>
          </a:p>
          <a:p xmlns:a="http://schemas.openxmlformats.org/drawingml/2006/main">
            <a:r>
              <a:t/>
            </a:r>
          </a:p>
          <a:p xmlns:a="http://schemas.openxmlformats.org/drawingml/2006/main">
            <a:r>
              <a:t>ВОПРОС ГРУППЕ</a:t>
            </a:r>
          </a:p>
          <a:p xmlns:a="http://schemas.openxmlformats.org/drawingml/2006/main">
            <a:r>
              <a:t>Что не так с urgent, если исходная заявка имеет normal?</a:t>
            </a:r>
          </a:p>
          <a:p xmlns:a="http://schemas.openxmlformats.org/drawingml/2006/main">
            <a:r>
              <a:t/>
            </a:r>
          </a:p>
          <a:p xmlns:a="http://schemas.openxmlformats.org/drawingml/2006/main">
            <a:r>
              <a:t>ОЖИДАЕМЫЙ ОТВЕТ</a:t>
            </a:r>
          </a:p>
          <a:p xmlns:a="http://schemas.openxmlformats.org/drawingml/2006/main">
            <a:r>
              <a:t>Приоритет не соответствует текущей задаче, хотя само значение допустимо.</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https://developers.openai.com/api/docs/guides/function-calling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11. Состояние текущей задачи</a:t>
            </a:r>
          </a:p>
          <a:p xmlns:a="http://schemas.openxmlformats.org/drawingml/2006/main">
            <a:r>
              <a:t>Блок 1. 29–32 мин от начала. На слайд 3 мин.</a:t>
            </a:r>
          </a:p>
          <a:p xmlns:a="http://schemas.openxmlformats.org/drawingml/2006/main">
            <a:r>
              <a:t/>
            </a:r>
          </a:p>
          <a:p xmlns:a="http://schemas.openxmlformats.org/drawingml/2006/main">
            <a:r>
              <a:t>ОБЪЯСНЕНИЕ</a:t>
            </a:r>
          </a:p>
          <a:p xmlns:a="http://schemas.openxmlformats.org/drawingml/2006/main">
            <a:r>
              <a:t>Состояние — рабочая запись текущей задачи. После поиска в нём появляются найденные правила, после второго инструмента срок. Это помогает не считать выполненным то, что ещё не произошло. История сообщений нужна для контекста модели, но фраза в истории «я проверил» не заменяет результат функции. В стенде каждая задача получает отдельное состояние. Модель видит его копию; это защита от случайных изменений, а не полная изоляция произвольного Python-кода. Для новичков достаточно образа отдельного листа на каждую заявку.</a:t>
            </a:r>
          </a:p>
          <a:p xmlns:a="http://schemas.openxmlformats.org/drawingml/2006/main">
            <a:r>
              <a:t/>
            </a:r>
          </a:p>
          <a:p xmlns:a="http://schemas.openxmlformats.org/drawingml/2006/main">
            <a:r>
              <a:t>ВОПРОС ГРУППЕ</a:t>
            </a:r>
          </a:p>
          <a:p xmlns:a="http://schemas.openxmlformats.org/drawingml/2006/main">
            <a:r>
              <a:t>Почему данные двух заявок нельзя случайно смешать?</a:t>
            </a:r>
          </a:p>
          <a:p xmlns:a="http://schemas.openxmlformats.org/drawingml/2006/main">
            <a:r>
              <a:t/>
            </a:r>
          </a:p>
          <a:p xmlns:a="http://schemas.openxmlformats.org/drawingml/2006/main">
            <a:r>
              <a:t>ОЖИДАЕМЫЙ ОТВЕТ</a:t>
            </a:r>
          </a:p>
          <a:p xmlns:a="http://schemas.openxmlformats.org/drawingml/2006/main">
            <a:r>
              <a:t>Можно применить чужое правило или сведения; каждая задача должна иметь свой контекст.</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12. Поиск в учебной памятке</a:t>
            </a:r>
          </a:p>
          <a:p xmlns:a="http://schemas.openxmlformats.org/drawingml/2006/main">
            <a:r>
              <a:t>Блок 1. 32–34 мин от начала. На слайд 2 мин.</a:t>
            </a:r>
          </a:p>
          <a:p xmlns:a="http://schemas.openxmlformats.org/drawingml/2006/main">
            <a:r>
              <a:t/>
            </a:r>
          </a:p>
          <a:p xmlns:a="http://schemas.openxmlformats.org/drawingml/2006/main">
            <a:r>
              <a:t>ОБЪЯСНЕНИЕ</a:t>
            </a:r>
          </a:p>
          <a:p xmlns:a="http://schemas.openxmlformats.org/drawingml/2006/main">
            <a:r>
              <a:t>Покажите, как вопрос разбивается на слова. В нашей учебной программе начало слова сравнивается с ключами правил. Ключ «установ» подходит к «установить». Подсветка означает совпадение в этом алгоритме, а не доказанную применимость правила в мире. Синоним может остаться нераспознанным. Отрицание также не понимается: запрос «не нужно устанавливать» всё ещё содержит подходящее слово. Это ограничение нужно не скрыть, а использовать как материал для проверки.</a:t>
            </a:r>
          </a:p>
          <a:p xmlns:a="http://schemas.openxmlformats.org/drawingml/2006/main">
            <a:r>
              <a:t/>
            </a:r>
          </a:p>
          <a:p xmlns:a="http://schemas.openxmlformats.org/drawingml/2006/main">
            <a:r>
              <a:t>ВОПРОС ГРУППЕ</a:t>
            </a:r>
          </a:p>
          <a:p xmlns:a="http://schemas.openxmlformats.org/drawingml/2006/main">
            <a:r>
              <a:t>Увидит ли такой поиск слово «не» как запрет применять правило?</a:t>
            </a:r>
          </a:p>
          <a:p xmlns:a="http://schemas.openxmlformats.org/drawingml/2006/main">
            <a:r>
              <a:t/>
            </a:r>
          </a:p>
          <a:p xmlns:a="http://schemas.openxmlformats.org/drawingml/2006/main">
            <a:r>
              <a:t>ОЖИДАЕМЫЙ ОТВЕТ</a:t>
            </a:r>
          </a:p>
          <a:p xmlns:a="http://schemas.openxmlformats.org/drawingml/2006/main">
            <a:r>
              <a:t>Нет, текущий алгоритм не понимает отрицание; возможен неверный результат.</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13. Другой вопрос меняет источник</a:t>
            </a:r>
          </a:p>
          <a:p xmlns:a="http://schemas.openxmlformats.org/drawingml/2006/main">
            <a:r>
              <a:t>Блок 1. 34–37 мин от начала. На слайд 3 мин.</a:t>
            </a:r>
          </a:p>
          <a:p xmlns:a="http://schemas.openxmlformats.org/drawingml/2006/main">
            <a:r>
              <a:t/>
            </a:r>
          </a:p>
          <a:p xmlns:a="http://schemas.openxmlformats.org/drawingml/2006/main">
            <a:r>
              <a:t>ОБЪЯСНЕНИЕ</a:t>
            </a:r>
          </a:p>
          <a:p xmlns:a="http://schemas.openxmlformats.org/drawingml/2006/main">
            <a:r>
              <a:t>Сопоставьте два вопроса с обычным приоритетом. При установке выбирается IT-01, при восстановлении доступа IT-02. Срок в обоих случаях одинаков, поскольку приоритет не менялся. Это хороший маленький эксперимент: меняем один элемент и видим, какая часть результата изменилась. Если одновременно поменять тему, приоритет, правила и программу, будет трудно понять причину. Предложите группе назвать ещё один похожий опыт, например изменить только срочность.</a:t>
            </a:r>
          </a:p>
          <a:p xmlns:a="http://schemas.openxmlformats.org/drawingml/2006/main">
            <a:r>
              <a:t/>
            </a:r>
          </a:p>
          <a:p xmlns:a="http://schemas.openxmlformats.org/drawingml/2006/main">
            <a:r>
              <a:t>ВОПРОС ГРУППЕ</a:t>
            </a:r>
          </a:p>
          <a:p xmlns:a="http://schemas.openxmlformats.org/drawingml/2006/main">
            <a:r>
              <a:t>Что должно остаться прежним, если поменять вопрос, но сохранить normal?</a:t>
            </a:r>
          </a:p>
          <a:p xmlns:a="http://schemas.openxmlformats.org/drawingml/2006/main">
            <a:r>
              <a:t/>
            </a:r>
          </a:p>
          <a:p xmlns:a="http://schemas.openxmlformats.org/drawingml/2006/main">
            <a:r>
              <a:t>ОЖИДАЕМЫЙ ОТВЕТ</a:t>
            </a:r>
          </a:p>
          <a:p xmlns:a="http://schemas.openxmlformats.org/drawingml/2006/main">
            <a:r>
              <a:t>Учебный срок первого ответа остаётся 24 часа.</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14. Симулятор и настоящая модель</a:t>
            </a:r>
          </a:p>
          <a:p xmlns:a="http://schemas.openxmlformats.org/drawingml/2006/main">
            <a:r>
              <a:t>Блок 1. 37–40 мин от начала. На слайд 3 мин.</a:t>
            </a:r>
          </a:p>
          <a:p xmlns:a="http://schemas.openxmlformats.org/drawingml/2006/main">
            <a:r>
              <a:t/>
            </a:r>
          </a:p>
          <a:p xmlns:a="http://schemas.openxmlformats.org/drawingml/2006/main">
            <a:r>
              <a:t>ОБЪЯСНЕНИЕ</a:t>
            </a:r>
          </a:p>
          <a:p xmlns:a="http://schemas.openxmlformats.org/drawingml/2006/main">
            <a:r>
              <a:t>Преподаватель показывает подготовленный запуск симулятора и, при наличии доступа, реальный запуск модели. Симулятор не обращается к нейросети, поэтому подходит для воспроизводимой офлайн-практики. LLM-режим требует API и может вести себя иначе между повторами. В нашем стенде оба режима используют те же функции и проверки. Финальный текст в обоих случаях собирается шаблоном из проверенных полей. Если реального запуска нет, прямо скажите, что свойства модели сегодня не испытывали.</a:t>
            </a:r>
          </a:p>
          <a:p xmlns:a="http://schemas.openxmlformats.org/drawingml/2006/main">
            <a:r>
              <a:t/>
            </a:r>
          </a:p>
          <a:p xmlns:a="http://schemas.openxmlformats.org/drawingml/2006/main">
            <a:r>
              <a:t>ВОПРОС ГРУППЕ</a:t>
            </a:r>
          </a:p>
          <a:p xmlns:a="http://schemas.openxmlformats.org/drawingml/2006/main">
            <a:r>
              <a:t>Проверили симулятор без ошибок. Что это говорит о настоящей модели?</a:t>
            </a:r>
          </a:p>
          <a:p xmlns:a="http://schemas.openxmlformats.org/drawingml/2006/main">
            <a:r>
              <a:t/>
            </a:r>
          </a:p>
          <a:p xmlns:a="http://schemas.openxmlformats.org/drawingml/2006/main">
            <a:r>
              <a:t>ОЖИДАЕМЫЙ ОТВЕТ</a:t>
            </a:r>
          </a:p>
          <a:p xmlns:a="http://schemas.openxmlformats.org/drawingml/2006/main">
            <a:r>
              <a:t>О её качестве и устойчивости выводов пока сделать нельзя.</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15. Прогноз перед запуском</a:t>
            </a:r>
          </a:p>
          <a:p xmlns:a="http://schemas.openxmlformats.org/drawingml/2006/main">
            <a:r>
              <a:t>Блок 1. 40–43 мин от начала. На слайд 3 мин.</a:t>
            </a:r>
          </a:p>
          <a:p xmlns:a="http://schemas.openxmlformats.org/drawingml/2006/main">
            <a:r>
              <a:t/>
            </a:r>
          </a:p>
          <a:p xmlns:a="http://schemas.openxmlformats.org/drawingml/2006/main">
            <a:r>
              <a:t>ОБЪЯСНЕНИЕ</a:t>
            </a:r>
          </a:p>
          <a:p xmlns:a="http://schemas.openxmlformats.org/drawingml/2006/main">
            <a:r>
              <a:t>Дайте 30 секунд на индивидуальный прогноз, затем минуту на обсуждение в паре. Вопрос содержит и установку, и восстановление доступа. Оба правила подходят по ключам. Попросите объяснить, почему молчаливый выбор первого может не решить задачу человека. В нашем стенде правильный путь — уточнение. В другом продукте можно реализовать обработку нескольких задач, но здесь такой возможности нет. Покажите пункт 2 мастера или прочитайте сохранённый результат. Сопоставьте прогноз с фактом.</a:t>
            </a:r>
          </a:p>
          <a:p xmlns:a="http://schemas.openxmlformats.org/drawingml/2006/main">
            <a:r>
              <a:t/>
            </a:r>
          </a:p>
          <a:p xmlns:a="http://schemas.openxmlformats.org/drawingml/2006/main">
            <a:r>
              <a:t>ВОПРОС ГРУППЕ</a:t>
            </a:r>
          </a:p>
          <a:p xmlns:a="http://schemas.openxmlformats.org/drawingml/2006/main">
            <a:r>
              <a:t>Что лучше для этого стенда: выбрать первое правило или спросить?</a:t>
            </a:r>
          </a:p>
          <a:p xmlns:a="http://schemas.openxmlformats.org/drawingml/2006/main">
            <a:r>
              <a:t/>
            </a:r>
          </a:p>
          <a:p xmlns:a="http://schemas.openxmlformats.org/drawingml/2006/main">
            <a:r>
              <a:t>ОЖИДАЕМЫЙ ОТВЕТ</a:t>
            </a:r>
          </a:p>
          <a:p xmlns:a="http://schemas.openxmlformats.org/drawingml/2006/main">
            <a:r>
              <a:t>Спросить, какую одну задачу обработать. Многозадачность здесь не реализована.</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16. Пять частей без подсказки</a:t>
            </a:r>
          </a:p>
          <a:p xmlns:a="http://schemas.openxmlformats.org/drawingml/2006/main">
            <a:r>
              <a:t>Блок 1. 43–45 мин от начала. На слайд 2 мин.</a:t>
            </a:r>
          </a:p>
          <a:p xmlns:a="http://schemas.openxmlformats.org/drawingml/2006/main">
            <a:r>
              <a:t/>
            </a:r>
          </a:p>
          <a:p xmlns:a="http://schemas.openxmlformats.org/drawingml/2006/main">
            <a:r>
              <a:t>ОБЪЯСНЕНИЕ</a:t>
            </a:r>
          </a:p>
          <a:p xmlns:a="http://schemas.openxmlformats.org/drawingml/2006/main">
            <a:r>
              <a:t>Попросите закрыть конспект. Каждый кратко называет части цикла и пример, после чего партнёр задаёт уточняющий вопрос. Зафиксируйте границу первого академического часа. Если участник повторяет определение, но не может связать его с действием, вернитесь к слайду 12 или 13. Не переходите к сложным API-терминам ради соблюдения списка. Второй блок посвящён проверке результата и подготовке собственной практики. Эти две минуты предназначены для короткого воспроизведения, а не нового материала.</a:t>
            </a:r>
          </a:p>
          <a:p xmlns:a="http://schemas.openxmlformats.org/drawingml/2006/main">
            <a:r>
              <a:t/>
            </a:r>
          </a:p>
          <a:p xmlns:a="http://schemas.openxmlformats.org/drawingml/2006/main">
            <a:r>
              <a:t>ВОПРОС ГРУППЕ</a:t>
            </a:r>
          </a:p>
          <a:p xmlns:a="http://schemas.openxmlformats.org/drawingml/2006/main">
            <a:r>
              <a:t>Чем выбор отличается от исполнения?</a:t>
            </a:r>
          </a:p>
          <a:p xmlns:a="http://schemas.openxmlformats.org/drawingml/2006/main">
            <a:r>
              <a:t/>
            </a:r>
          </a:p>
          <a:p xmlns:a="http://schemas.openxmlformats.org/drawingml/2006/main">
            <a:r>
              <a:t>ОЖИДАЕМЫЙ ОТВЕТ</a:t>
            </a:r>
          </a:p>
          <a:p xmlns:a="http://schemas.openxmlformats.org/drawingml/2006/main">
            <a:r>
              <a:t>Решение, какую функцию вызвать, и фактическая работа функции — отдельные этапы.</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https://ies.ed.gov/ncee/wwc/PracticeGuide/1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17. Источник и достоверность</a:t>
            </a:r>
          </a:p>
          <a:p xmlns:a="http://schemas.openxmlformats.org/drawingml/2006/main">
            <a:r>
              <a:t>Блок 2. 45–47 мин от начала. На слайд 2 мин.</a:t>
            </a:r>
          </a:p>
          <a:p xmlns:a="http://schemas.openxmlformats.org/drawingml/2006/main">
            <a:r>
              <a:t/>
            </a:r>
          </a:p>
          <a:p xmlns:a="http://schemas.openxmlformats.org/drawingml/2006/main">
            <a:r>
              <a:t>ОБЪЯСНЕНИЕ</a:t>
            </a:r>
          </a:p>
          <a:p xmlns:a="http://schemas.openxmlformats.org/drawingml/2006/main">
            <a:r>
              <a:t>Источник делает основание ответа видимым. Однако документ может устареть, оказаться ошибочным или относиться к другой ситуации. Поэтому фраза «есть ссылка, значит всё верно» неверна. Наш алгоритм только находит совпадение по ключу. Он не проверяет актуальность организационных правил. Для реального внедрения владелец процесса должен утвердить данные и порядок обновления. Разделите «корректно воспроизвели запись» и «запись действительно верна и применима».</a:t>
            </a:r>
          </a:p>
          <a:p xmlns:a="http://schemas.openxmlformats.org/drawingml/2006/main">
            <a:r>
              <a:t/>
            </a:r>
          </a:p>
          <a:p xmlns:a="http://schemas.openxmlformats.org/drawingml/2006/main">
            <a:r>
              <a:t>ВОПРОС ГРУППЕ</a:t>
            </a:r>
          </a:p>
          <a:p xmlns:a="http://schemas.openxmlformats.org/drawingml/2006/main">
            <a:r>
              <a:t>Если документ настоящий, обязательно ли он подходит этой заявке?</a:t>
            </a:r>
          </a:p>
          <a:p xmlns:a="http://schemas.openxmlformats.org/drawingml/2006/main">
            <a:r>
              <a:t/>
            </a:r>
          </a:p>
          <a:p xmlns:a="http://schemas.openxmlformats.org/drawingml/2006/main">
            <a:r>
              <a:t>ОЖИДАЕМЫЙ ОТВЕТ</a:t>
            </a:r>
          </a:p>
          <a:p xmlns:a="http://schemas.openxmlformats.org/drawingml/2006/main">
            <a:r>
              <a:t>Нет. Нужно проверить контекст и применимость.</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18. Первый ответ и решение вопроса</a:t>
            </a:r>
          </a:p>
          <a:p xmlns:a="http://schemas.openxmlformats.org/drawingml/2006/main">
            <a:r>
              <a:t>Блок 2. 47–50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Покажите линию событий. Мы знаем только учебное правило первого ответа: 24 или 4 календарных часа. Время фактического решения здесь не задано. Поэтому нельзя обещать установку программы, готовую справку или покупку за эти часы. SLA в целом является соглашением об уровне сервиса и может включать разные показатели. В нашем наборе реализован лишь один показатель. Попросите группу исправить обещание «ИИ решит всё за сутки».</a:t>
            </a:r>
          </a:p>
          <a:p xmlns:a="http://schemas.openxmlformats.org/drawingml/2006/main">
            <a:r>
              <a:t/>
            </a:r>
          </a:p>
          <a:p xmlns:a="http://schemas.openxmlformats.org/drawingml/2006/main">
            <a:r>
              <a:t>ВОПРОС ГРУППЕ</a:t>
            </a:r>
          </a:p>
          <a:p xmlns:a="http://schemas.openxmlformats.org/drawingml/2006/main">
            <a:r>
              <a:t>Как корректно сказать про 24 часа?</a:t>
            </a:r>
          </a:p>
          <a:p xmlns:a="http://schemas.openxmlformats.org/drawingml/2006/main">
            <a:r>
              <a:t/>
            </a:r>
          </a:p>
          <a:p xmlns:a="http://schemas.openxmlformats.org/drawingml/2006/main">
            <a:r>
              <a:t>ОЖИДАЕМЫЙ ОТВЕТ</a:t>
            </a:r>
          </a:p>
          <a:p xmlns:a="http://schemas.openxmlformats.org/drawingml/2006/main">
            <a:r>
              <a:t>По учебной таблице это срок первого ответа, а не гарантия решения.</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19. Черновик и внешнее действие</a:t>
            </a:r>
          </a:p>
          <a:p xmlns:a="http://schemas.openxmlformats.org/drawingml/2006/main">
            <a:r>
              <a:t>Блок 2. 50–53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Подсветите только первую стадию: она реализована в нашем примере. Проверка человеком названа следующим шагом, но системы согласования здесь нет. Отправляющей функции также нет. В настоящей программе отправка подтверждается результатом сервиса и состоянием целевой системы. Если модель говорит «готово», это ещё не подтверждение. Не воспринимайте sent=False как универсальное доказательство отсутствия побочного эффекта: в этом стенде оно соответствует набору функций без отправки.</a:t>
            </a:r>
          </a:p>
          <a:p xmlns:a="http://schemas.openxmlformats.org/drawingml/2006/main">
            <a:r>
              <a:t/>
            </a:r>
          </a:p>
          <a:p xmlns:a="http://schemas.openxmlformats.org/drawingml/2006/main">
            <a:r>
              <a:t>ВОПРОС ГРУППЕ</a:t>
            </a:r>
          </a:p>
          <a:p xmlns:a="http://schemas.openxmlformats.org/drawingml/2006/main">
            <a:r>
              <a:t>В какой точке заканчивается учебная программа?</a:t>
            </a:r>
          </a:p>
          <a:p xmlns:a="http://schemas.openxmlformats.org/drawingml/2006/main">
            <a:r>
              <a:t/>
            </a:r>
          </a:p>
          <a:p xmlns:a="http://schemas.openxmlformats.org/drawingml/2006/main">
            <a:r>
              <a:t>ОЖИДАЕМЫЙ ОТВЕТ</a:t>
            </a:r>
          </a:p>
          <a:p xmlns:a="http://schemas.openxmlformats.org/drawingml/2006/main">
            <a:r>
              <a:t>После подготовки черновика, до проверки и отправки.</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20. Ноль совпадений</a:t>
            </a:r>
          </a:p>
          <a:p xmlns:a="http://schemas.openxmlformats.org/drawingml/2006/main">
            <a:r>
              <a:t>Блок 2. 53–56 мин от начала. На слайд 3 мин.</a:t>
            </a:r>
          </a:p>
          <a:p xmlns:a="http://schemas.openxmlformats.org/drawingml/2006/main">
            <a:r>
              <a:t/>
            </a:r>
          </a:p>
          <a:p xmlns:a="http://schemas.openxmlformats.org/drawingml/2006/main">
            <a:r>
              <a:t>ОБЪЯСНЕНИЕ</a:t>
            </a:r>
          </a:p>
          <a:p xmlns:a="http://schemas.openxmlformats.org/drawingml/2006/main">
            <a:r>
              <a:t>Возьмите запрос об отпуске: в исходных учебных данных такого правила нет. Программа не должна придумывать номер документа или порядок оформления. Передача человеку — нормальный исход. При этом отсутствие записи у нас не доказывает, что организация вообще не имеет такого правила. Возможны неполная база, синоним или другая формулировка. Эта разница важна при оценке поиска: нельзя обвинять пользователя за незнакомые программе слова.</a:t>
            </a:r>
          </a:p>
          <a:p xmlns:a="http://schemas.openxmlformats.org/drawingml/2006/main">
            <a:r>
              <a:t/>
            </a:r>
          </a:p>
          <a:p xmlns:a="http://schemas.openxmlformats.org/drawingml/2006/main">
            <a:r>
              <a:t>ВОПРОС ГРУППЕ</a:t>
            </a:r>
          </a:p>
          <a:p xmlns:a="http://schemas.openxmlformats.org/drawingml/2006/main">
            <a:r>
              <a:t>Что означает «не найдено» в нашей программе?</a:t>
            </a:r>
          </a:p>
          <a:p xmlns:a="http://schemas.openxmlformats.org/drawingml/2006/main">
            <a:r>
              <a:t/>
            </a:r>
          </a:p>
          <a:p xmlns:a="http://schemas.openxmlformats.org/drawingml/2006/main">
            <a:r>
              <a:t>ОЖИДАЕМЫЙ ОТВЕТ</a:t>
            </a:r>
          </a:p>
          <a:p xmlns:a="http://schemas.openxmlformats.org/drawingml/2006/main">
            <a:r>
              <a:t>В текущей памятке и по текущему алгоритму совпадения нет.</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21. Несколько совпадений</a:t>
            </a:r>
          </a:p>
          <a:p xmlns:a="http://schemas.openxmlformats.org/drawingml/2006/main">
            <a:r>
              <a:t>Блок 2. 56–59 мин от начала. На слайд 3 мин.</a:t>
            </a:r>
          </a:p>
          <a:p xmlns:a="http://schemas.openxmlformats.org/drawingml/2006/main">
            <a:r>
              <a:t/>
            </a:r>
          </a:p>
          <a:p xmlns:a="http://schemas.openxmlformats.org/drawingml/2006/main">
            <a:r>
              <a:t>ОБЪЯСНЕНИЕ</a:t>
            </a:r>
          </a:p>
          <a:p xmlns:a="http://schemas.openxmlformats.org/drawingml/2006/main">
            <a:r>
              <a:t>Вернитесь к запросу об установке и доступе. Система не знает, какую задачу обработать первой. Она задаёт вопрос и завершает текущий запуск. Участник затем записывает уточнённый текст и запускает новую задачу. Продолжение сохранённой сессии не реализовано. Уточнение — выбранный для этого учебного стенда способ работы с неопределённостью; в других продуктах возможна декомпозиция нескольких задач. Не делайте из ограничения универсальный закон агентов.</a:t>
            </a:r>
          </a:p>
          <a:p xmlns:a="http://schemas.openxmlformats.org/drawingml/2006/main">
            <a:r>
              <a:t/>
            </a:r>
          </a:p>
          <a:p xmlns:a="http://schemas.openxmlformats.org/drawingml/2006/main">
            <a:r>
              <a:t>ВОПРОС ГРУППЕ</a:t>
            </a:r>
          </a:p>
          <a:p xmlns:a="http://schemas.openxmlformats.org/drawingml/2006/main">
            <a:r>
              <a:t>Если я уточнил вопрос, обновится ли старый результат автоматически?</a:t>
            </a:r>
          </a:p>
          <a:p xmlns:a="http://schemas.openxmlformats.org/drawingml/2006/main">
            <a:r>
              <a:t/>
            </a:r>
          </a:p>
          <a:p xmlns:a="http://schemas.openxmlformats.org/drawingml/2006/main">
            <a:r>
              <a:t>ОЖИДАЕМЫЙ ОТВЕТ</a:t>
            </a:r>
          </a:p>
          <a:p xmlns:a="http://schemas.openxmlformats.org/drawingml/2006/main">
            <a:r>
              <a:t>Нет. Нужен новый запуск с уточнённым входом.</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22. Посторонняя инструкция в данных</a:t>
            </a:r>
          </a:p>
          <a:p xmlns:a="http://schemas.openxmlformats.org/drawingml/2006/main">
            <a:r>
              <a:t>Блок 2. 59–62 мин от начала. На слайд 3 мин.</a:t>
            </a:r>
          </a:p>
          <a:p xmlns:a="http://schemas.openxmlformats.org/drawingml/2006/main">
            <a:r>
              <a:t/>
            </a:r>
          </a:p>
          <a:p xmlns:a="http://schemas.openxmlformats.org/drawingml/2006/main">
            <a:r>
              <a:t>ОБЪЯСНЕНИЕ</a:t>
            </a:r>
          </a:p>
          <a:p xmlns:a="http://schemas.openxmlformats.org/drawingml/2006/main">
            <a:r>
              <a:t>Приведите безопасный учебный пример prompt injection: заметка требует вызвать send_email и отправить документы. Инструмент отсутствует в разрешённом наборе, поэтому исполнитель отклонит такой вызов. Симулятор сам не воспринимает заметку как инструкцию, поскольку следует условиям Python. Его успешный запуск не доказывает устойчивость настоящей модели. Даже при заблокированной отправке остаются другие возможные ошибки поведения, например ненужный разрешённый вызов. Обсудите конкретную границу доказанного.</a:t>
            </a:r>
          </a:p>
          <a:p xmlns:a="http://schemas.openxmlformats.org/drawingml/2006/main">
            <a:r>
              <a:t/>
            </a:r>
          </a:p>
          <a:p xmlns:a="http://schemas.openxmlformats.org/drawingml/2006/main">
            <a:r>
              <a:t>ВОПРОС ГРУППЕ</a:t>
            </a:r>
          </a:p>
          <a:p xmlns:a="http://schemas.openxmlformats.org/drawingml/2006/main">
            <a:r>
              <a:t>Что обеспечивает запрет неизвестного инструмента?</a:t>
            </a:r>
          </a:p>
          <a:p xmlns:a="http://schemas.openxmlformats.org/drawingml/2006/main">
            <a:r>
              <a:t/>
            </a:r>
          </a:p>
          <a:p xmlns:a="http://schemas.openxmlformats.org/drawingml/2006/main">
            <a:r>
              <a:t>ОЖИДАЕМЫЙ ОТВЕТ</a:t>
            </a:r>
          </a:p>
          <a:p xmlns:a="http://schemas.openxmlformats.org/drawingml/2006/main">
            <a:r>
              <a:t>Программная проверка разрешённого набора, а не уверение модели.</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https://cheatsheetseries.owasp.org/cheatsheets/AI_Agent_Security_Cheat_Sheet.html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23. Промпт и полномочия</a:t>
            </a:r>
          </a:p>
          <a:p xmlns:a="http://schemas.openxmlformats.org/drawingml/2006/main">
            <a:r>
              <a:t>Блок 2. 62–65 мин от начала. На слайд 3 мин.</a:t>
            </a:r>
          </a:p>
          <a:p xmlns:a="http://schemas.openxmlformats.org/drawingml/2006/main">
            <a:r>
              <a:t/>
            </a:r>
          </a:p>
          <a:p xmlns:a="http://schemas.openxmlformats.org/drawingml/2006/main">
            <a:r>
              <a:t>ОБЪЯСНЕНИЕ</a:t>
            </a:r>
          </a:p>
          <a:p xmlns:a="http://schemas.openxmlformats.org/drawingml/2006/main">
            <a:r>
              <a:t>Сравните просьбу сотруднику с реальными ключами от помещений. Текст «не заходи» описывает поведение, но техническая система доступа независимо определяет, какую дверь можно открыть. Аналогия не полна: цифровые права должны учитывать пользователя, конкретный ресурс и действие. В стенде есть лишь фиксированный список функций и проверки соответствия задаче, а не полноценная многопользовательская авторизация. Не заявляйте, что один хороший промпт обеспечивает безопасность продукта.</a:t>
            </a:r>
          </a:p>
          <a:p xmlns:a="http://schemas.openxmlformats.org/drawingml/2006/main">
            <a:r>
              <a:t/>
            </a:r>
          </a:p>
          <a:p xmlns:a="http://schemas.openxmlformats.org/drawingml/2006/main">
            <a:r>
              <a:t>ВОПРОС ГРУППЕ</a:t>
            </a:r>
          </a:p>
          <a:p xmlns:a="http://schemas.openxmlformats.org/drawingml/2006/main">
            <a:r>
              <a:t>Если модель написала «мне разрешено», возникло ли право?</a:t>
            </a:r>
          </a:p>
          <a:p xmlns:a="http://schemas.openxmlformats.org/drawingml/2006/main">
            <a:r>
              <a:t/>
            </a:r>
          </a:p>
          <a:p xmlns:a="http://schemas.openxmlformats.org/drawingml/2006/main">
            <a:r>
              <a:t>ОЖИДАЕМЫЙ ОТВЕТ</a:t>
            </a:r>
          </a:p>
          <a:p xmlns:a="http://schemas.openxmlformats.org/drawingml/2006/main">
            <a:r>
              <a:t>Нет. Право должно проверяться независимым механизмом.</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https://cheatsheetseries.owasp.org/cheatsheets/AI_Agent_Security_Cheat_Sheet.html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24. Лимит действий и времени</a:t>
            </a:r>
          </a:p>
          <a:p xmlns:a="http://schemas.openxmlformats.org/drawingml/2006/main">
            <a:r>
              <a:t>Блок 2. 65–68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Покажите запуск с одним разрешённым шагом: он выполнит поиск и завершится по лимиту, не подготовив итог. Это не сломанная установка. В полном примере есть бюджет действий и времени. В LLM-режиме вызовы также могут стоить денег. Кооперативный дедлайн проверяется при возвращении управления: произвольную блокирующую функцию он насильно не останавливает. Не превращайте учебный лимит в обещание жёсткого денежного бюджета или гарантированного завершения за заданное время.</a:t>
            </a:r>
          </a:p>
          <a:p xmlns:a="http://schemas.openxmlformats.org/drawingml/2006/main">
            <a:r>
              <a:t/>
            </a:r>
          </a:p>
          <a:p xmlns:a="http://schemas.openxmlformats.org/drawingml/2006/main">
            <a:r>
              <a:t>ВОПРОС ГРУППЕ</a:t>
            </a:r>
          </a:p>
          <a:p xmlns:a="http://schemas.openxmlformats.org/drawingml/2006/main">
            <a:r>
              <a:t>Можно ли считать остановку по лимиту выполненной задачей?</a:t>
            </a:r>
          </a:p>
          <a:p xmlns:a="http://schemas.openxmlformats.org/drawingml/2006/main">
            <a:r>
              <a:t/>
            </a:r>
          </a:p>
          <a:p xmlns:a="http://schemas.openxmlformats.org/drawingml/2006/main">
            <a:r>
              <a:t>ОЖИДАЕМЫЙ ОТВЕТ</a:t>
            </a:r>
          </a:p>
          <a:p xmlns:a="http://schemas.openxmlformats.org/drawingml/2006/main">
            <a:r>
              <a:t>Нет. Нужно посмотреть журнал и причину, а не просто увеличить бюджет.</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25. Пять испытаний своего правила</a:t>
            </a:r>
          </a:p>
          <a:p xmlns:a="http://schemas.openxmlformats.org/drawingml/2006/main">
            <a:r>
              <a:t>Блок 2. 68–71 мин от начала. На слайд 3 мин.</a:t>
            </a:r>
          </a:p>
          <a:p xmlns:a="http://schemas.openxmlformats.org/drawingml/2006/main">
            <a:r>
              <a:t/>
            </a:r>
          </a:p>
          <a:p xmlns:a="http://schemas.openxmlformats.org/drawingml/2006/main">
            <a:r>
              <a:t>ОБЪЯСНЕНИЕ</a:t>
            </a:r>
          </a:p>
          <a:p xmlns:a="http://schemas.openxmlformats.org/drawingml/2006/main">
            <a:r>
              <a:t>Разберите таблицу как чек-лист практики. В обычном случае ждём свой источник. Другая формулировка проверяет синонимы. Чужая тема проверяет отказ от догадки. Две темы проверяют уточнение. Срочность меняет срок, а не содержание правила. Ручная проверка полезна начинающему, но её нельзя называть автоматическим тестом Python. Попросите участника выбрать один случай и заранее сказать результат для своего будущего правила.</a:t>
            </a:r>
          </a:p>
          <a:p xmlns:a="http://schemas.openxmlformats.org/drawingml/2006/main">
            <a:r>
              <a:t/>
            </a:r>
          </a:p>
          <a:p xmlns:a="http://schemas.openxmlformats.org/drawingml/2006/main">
            <a:r>
              <a:t>ВОПРОС ГРУППЕ</a:t>
            </a:r>
          </a:p>
          <a:p xmlns:a="http://schemas.openxmlformats.org/drawingml/2006/main">
            <a:r>
              <a:t>Почему ожидание важно записать заранее?</a:t>
            </a:r>
          </a:p>
          <a:p xmlns:a="http://schemas.openxmlformats.org/drawingml/2006/main">
            <a:r>
              <a:t/>
            </a:r>
          </a:p>
          <a:p xmlns:a="http://schemas.openxmlformats.org/drawingml/2006/main">
            <a:r>
              <a:t>ОЖИДАЕМЫЙ ОТВЕТ</a:t>
            </a:r>
          </a:p>
          <a:p xmlns:a="http://schemas.openxmlformats.org/drawingml/2006/main">
            <a:r>
              <a:t>Чтобы не подгонять оценку под любой получившийся ответ.</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https://ies.ed.gov/ncee/wwc/PracticeGuide/1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26. Повторные запуски модели</a:t>
            </a:r>
          </a:p>
          <a:p xmlns:a="http://schemas.openxmlformats.org/drawingml/2006/main">
            <a:r>
              <a:t>Блок 2. 71–74 мин от начала. На слайд 3 мин.</a:t>
            </a:r>
          </a:p>
          <a:p xmlns:a="http://schemas.openxmlformats.org/drawingml/2006/main">
            <a:r>
              <a:t/>
            </a:r>
          </a:p>
          <a:p xmlns:a="http://schemas.openxmlformats.org/drawingml/2006/main">
            <a:r>
              <a:t>ОБЪЯСНЕНИЕ</a:t>
            </a:r>
          </a:p>
          <a:p xmlns:a="http://schemas.openxmlformats.org/drawingml/2006/main">
            <a:r>
              <a:t>В симуляторе одинаковые условия дают воспроизводимую последовательность. Поведение LLM может различаться между прогонами, поэтому демонстрация одного успеха не даёт общей гарантии. Покажите форму записи результатов: номер попытки, фактический статус, источник и токены. В таблице стоят слова «Заполнить», потому что это пустой образец, а не выдуманные наблюдения. Даже три удачных прогона — ограниченная демонстрация. Не запускайте платные повторения без заранее определённого бюджета и цели.</a:t>
            </a:r>
          </a:p>
          <a:p xmlns:a="http://schemas.openxmlformats.org/drawingml/2006/main">
            <a:r>
              <a:t/>
            </a:r>
          </a:p>
          <a:p xmlns:a="http://schemas.openxmlformats.org/drawingml/2006/main">
            <a:r>
              <a:t>ВОПРОС ГРУППЕ</a:t>
            </a:r>
          </a:p>
          <a:p xmlns:a="http://schemas.openxmlformats.org/drawingml/2006/main">
            <a:r>
              <a:t>Что можно честно заключить после трёх успешных опытов?</a:t>
            </a:r>
          </a:p>
          <a:p xmlns:a="http://schemas.openxmlformats.org/drawingml/2006/main">
            <a:r>
              <a:t/>
            </a:r>
          </a:p>
          <a:p xmlns:a="http://schemas.openxmlformats.org/drawingml/2006/main">
            <a:r>
              <a:t>ОЖИДАЕМЫЙ ОТВЕТ</a:t>
            </a:r>
          </a:p>
          <a:p xmlns:a="http://schemas.openxmlformats.org/drawingml/2006/main">
            <a:r>
              <a:t>В этих трёх опытах условия выполнены. Общая надёжность ещё не доказана.</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https://developers.openai.com/api/docs/guides/function-calling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27. Своя памятка через мастер</a:t>
            </a:r>
          </a:p>
          <a:p xmlns:a="http://schemas.openxmlformats.org/drawingml/2006/main">
            <a:r>
              <a:t>Блок 2. 74–77 мин от начала. На слайд 3 мин.</a:t>
            </a:r>
          </a:p>
          <a:p xmlns:a="http://schemas.openxmlformats.org/drawingml/2006/main">
            <a:r>
              <a:t/>
            </a:r>
          </a:p>
          <a:p xmlns:a="http://schemas.openxmlformats.org/drawingml/2006/main">
            <a:r>
              <a:t>ОБЪЯСНЕНИЕ</a:t>
            </a:r>
          </a:p>
          <a:p xmlns:a="http://schemas.openxmlformats.org/drawingml/2006/main">
            <a:r>
              <a:t>Откройте пункт 4 мастера или покажите заранее сохранённый скриншот запуска. Пользователь вводит название, номер, ключи, текст правила и вопрос. Мастер создаёт отдельную папку, не меняя исходную базу курса. Повторное создание получает новое имя папки. Подчеркните: параметры модели не обучаются, а в основном маршруте модели вообще нет. Это настройка данных готового помощника. Участник получает проверяемый артефакт, который сможет показать после занятия.</a:t>
            </a:r>
          </a:p>
          <a:p xmlns:a="http://schemas.openxmlformats.org/drawingml/2006/main">
            <a:r>
              <a:t/>
            </a:r>
          </a:p>
          <a:p xmlns:a="http://schemas.openxmlformats.org/drawingml/2006/main">
            <a:r>
              <a:t>ВОПРОС ГРУППЕ</a:t>
            </a:r>
          </a:p>
          <a:p xmlns:a="http://schemas.openxmlformats.org/drawingml/2006/main">
            <a:r>
              <a:t>Какой из трёх файлов надо менять, чтобы задать другой вопрос?</a:t>
            </a:r>
          </a:p>
          <a:p xmlns:a="http://schemas.openxmlformats.org/drawingml/2006/main">
            <a:r>
              <a:t/>
            </a:r>
          </a:p>
          <a:p xmlns:a="http://schemas.openxmlformats.org/drawingml/2006/main">
            <a:r>
              <a:t>ОЖИДАЕМЫЙ ОТВЕТ</a:t>
            </a:r>
          </a:p>
          <a:p xmlns:a="http://schemas.openxmlformats.org/drawingml/2006/main">
            <a:r>
              <a:t>task.json. После изменения нужен новый запуск.</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28. Разобранный пример: командировка</a:t>
            </a:r>
          </a:p>
          <a:p xmlns:a="http://schemas.openxmlformats.org/drawingml/2006/main">
            <a:r>
              <a:t>Блок 2. 77–79 мин от начала. На слайд 2 мин.</a:t>
            </a:r>
          </a:p>
          <a:p xmlns:a="http://schemas.openxmlformats.org/drawingml/2006/main">
            <a:r>
              <a:t/>
            </a:r>
          </a:p>
          <a:p xmlns:a="http://schemas.openxmlformats.org/drawingml/2006/main">
            <a:r>
              <a:t>ОБЪЯСНЕНИЕ</a:t>
            </a:r>
          </a:p>
          <a:p xmlns:a="http://schemas.openxmlformats.org/drawingml/2006/main">
            <a:r>
              <a:t>Пройдите заполнение вслух. Название «Командировка», номер TR-01, ключ «командиров», текст о цели, датах и согласовании. Вопрос «Как оформить командировку?» должен выбрать именно TR-01. Все сведения вымышленные и не являются регламентом конкретной организации. Объясните каждое поле перед вводом, а не диктуйте набор букв. Ученик должен понимать, что номер служит ссылкой, ключ помогает поиску, а текст становится основанием черновика.</a:t>
            </a:r>
          </a:p>
          <a:p xmlns:a="http://schemas.openxmlformats.org/drawingml/2006/main">
            <a:r>
              <a:t/>
            </a:r>
          </a:p>
          <a:p xmlns:a="http://schemas.openxmlformats.org/drawingml/2006/main">
            <a:r>
              <a:t>ВОПРОС ГРУППЕ</a:t>
            </a:r>
          </a:p>
          <a:p xmlns:a="http://schemas.openxmlformats.org/drawingml/2006/main">
            <a:r>
              <a:t>Если поменять только название, научится ли поиск новому слову?</a:t>
            </a:r>
          </a:p>
          <a:p xmlns:a="http://schemas.openxmlformats.org/drawingml/2006/main">
            <a:r>
              <a:t/>
            </a:r>
          </a:p>
          <a:p xmlns:a="http://schemas.openxmlformats.org/drawingml/2006/main">
            <a:r>
              <a:t>ОЖИДАЕМЫЙ ОТВЕТ</a:t>
            </a:r>
          </a:p>
          <a:p xmlns:a="http://schemas.openxmlformats.org/drawingml/2006/main">
            <a:r>
              <a:t>Нет. Поиск зависит от ключей, а название само по себе его не обучает.</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29. Самостоятельный пример: переговорная</a:t>
            </a:r>
          </a:p>
          <a:p xmlns:a="http://schemas.openxmlformats.org/drawingml/2006/main">
            <a:r>
              <a:t>Блок 2. 79–82 мин от начала. На слайд 3 мин.</a:t>
            </a:r>
          </a:p>
          <a:p xmlns:a="http://schemas.openxmlformats.org/drawingml/2006/main">
            <a:r>
              <a:t/>
            </a:r>
          </a:p>
          <a:p xmlns:a="http://schemas.openxmlformats.org/drawingml/2006/main">
            <a:r>
              <a:t>ОБЪЯСНЕНИЕ</a:t>
            </a:r>
          </a:p>
          <a:p xmlns:a="http://schemas.openxmlformats.org/drawingml/2006/main">
            <a:r>
              <a:t>Дайте минуту на самостоятельный выбор ключа и вопроса. Затем предложите соседу проверить, встречается ли ключ в начале слова. Подсказка первого уровня: «переговорная» и «переговорную» имеют общее начало. Подсказка второго уровня: ключ «переговор», вопрос «Как забронировать переговорную?». Не выдавайте ответ до попытки. Это подготовка к дальнейшей практике, а не требование уже сейчас всем успеть создать файлы в трёхминутном интервале.</a:t>
            </a:r>
          </a:p>
          <a:p xmlns:a="http://schemas.openxmlformats.org/drawingml/2006/main">
            <a:r>
              <a:t/>
            </a:r>
          </a:p>
          <a:p xmlns:a="http://schemas.openxmlformats.org/drawingml/2006/main">
            <a:r>
              <a:t>ВОПРОС ГРУППЕ</a:t>
            </a:r>
          </a:p>
          <a:p xmlns:a="http://schemas.openxmlformats.org/drawingml/2006/main">
            <a:r>
              <a:t>Как связаны вопрос и ключ?</a:t>
            </a:r>
          </a:p>
          <a:p xmlns:a="http://schemas.openxmlformats.org/drawingml/2006/main">
            <a:r>
              <a:t/>
            </a:r>
          </a:p>
          <a:p xmlns:a="http://schemas.openxmlformats.org/drawingml/2006/main">
            <a:r>
              <a:t>ОЖИДАЕМЫЙ ОТВЕТ</a:t>
            </a:r>
          </a:p>
          <a:p xmlns:a="http://schemas.openxmlformats.org/drawingml/2006/main">
            <a:r>
              <a:t>Хотя бы одно слово вопроса должно начинаться с выбранного ключа.</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30. Исправление одного недостатка</a:t>
            </a:r>
          </a:p>
          <a:p xmlns:a="http://schemas.openxmlformats.org/drawingml/2006/main">
            <a:r>
              <a:t>Блок 2. 82–85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Покажите ограничение: вопрос о служебной поездке не содержит «командиров». Добавим ключ «поездк» в свою копию памятки. Повторим новый вопрос и старый вопрос о командировке: оба должны выбирать TR-01. Затем предложите отрицательный пример «поездка на отдых». Он тоже может совпасть, что показывает цену простого расширения ключей. Улучшение на двух примерах не означает исправление всех случаев. Не называйте изменение ключей обучением нейросети.</a:t>
            </a:r>
          </a:p>
          <a:p xmlns:a="http://schemas.openxmlformats.org/drawingml/2006/main">
            <a:r>
              <a:t/>
            </a:r>
          </a:p>
          <a:p xmlns:a="http://schemas.openxmlformats.org/drawingml/2006/main">
            <a:r>
              <a:t>ВОПРОС ГРУППЕ</a:t>
            </a:r>
          </a:p>
          <a:p xmlns:a="http://schemas.openxmlformats.org/drawingml/2006/main">
            <a:r>
              <a:t>Почему после улучшения нужно повторить старый случай?</a:t>
            </a:r>
          </a:p>
          <a:p xmlns:a="http://schemas.openxmlformats.org/drawingml/2006/main">
            <a:r>
              <a:t/>
            </a:r>
          </a:p>
          <a:p xmlns:a="http://schemas.openxmlformats.org/drawingml/2006/main">
            <a:r>
              <a:t>ОЖИДАЕМЫЙ ОТВЕТ</a:t>
            </a:r>
          </a:p>
          <a:p xmlns:a="http://schemas.openxmlformats.org/drawingml/2006/main">
            <a:r>
              <a:t>Чтобы проверить, что нужное прежнее поведение сохранилось.</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Учебный пример и текущее поведение кода dKesar/AI-Agent. Все регламенты и численные условия вымышленные.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31. Выбор подхода для своей задачи</a:t>
            </a:r>
          </a:p>
          <a:p xmlns:a="http://schemas.openxmlformats.org/drawingml/2006/main">
            <a:r>
              <a:t>Блок 2. 85–88 мин от начала. На слайд 3 мин.</a:t>
            </a:r>
          </a:p>
          <a:p xmlns:a="http://schemas.openxmlformats.org/drawingml/2006/main">
            <a:r>
              <a:t/>
            </a:r>
          </a:p>
          <a:p xmlns:a="http://schemas.openxmlformats.org/drawingml/2006/main">
            <a:r>
              <a:t>ОБЪЯСНЕНИЕ</a:t>
            </a:r>
          </a:p>
          <a:p xmlns:a="http://schemas.openxmlformats.org/drawingml/2006/main">
            <a:r>
              <a:t>Попросите назвать задачу из своей работы и её проверяемый итог. Затем выясните, меняется ли последовательность действий и нужны ли гибкие решения по промежуточным данным. Это не автоматический рецепт «сложная задача значит агент»: обычный процесс тоже может справиться с развилками. Сравните варианты на одинаковых случаях. Польза включает время проверки человеком, ошибки и поддержку, а не только скорость получения текста. Несколько агентов оправданы лишь конкретной потребностью.</a:t>
            </a:r>
          </a:p>
          <a:p xmlns:a="http://schemas.openxmlformats.org/drawingml/2006/main">
            <a:r>
              <a:t/>
            </a:r>
          </a:p>
          <a:p xmlns:a="http://schemas.openxmlformats.org/drawingml/2006/main">
            <a:r>
              <a:t>ВОПРОС ГРУППЕ</a:t>
            </a:r>
          </a:p>
          <a:p xmlns:a="http://schemas.openxmlformats.org/drawingml/2006/main">
            <a:r>
              <a:t>Как измерить пользу, кроме впечатления от ответа?</a:t>
            </a:r>
          </a:p>
          <a:p xmlns:a="http://schemas.openxmlformats.org/drawingml/2006/main">
            <a:r>
              <a:t/>
            </a:r>
          </a:p>
          <a:p xmlns:a="http://schemas.openxmlformats.org/drawingml/2006/main">
            <a:r>
              <a:t>ОЖИДАЕМЫЙ ОТВЕТ</a:t>
            </a:r>
          </a:p>
          <a:p xmlns:a="http://schemas.openxmlformats.org/drawingml/2006/main">
            <a:r>
              <a:t>По корректным результатам, времени работы и проверки, затратам и ошибкам.</a:t>
            </a:r>
          </a:p>
          <a:p xmlns:a="http://schemas.openxmlformats.org/drawingml/2006/main">
            <a:r>
              <a:t/>
            </a:r>
          </a:p>
          <a:p xmlns:a="http://schemas.openxmlformats.org/drawingml/2006/main">
            <a:r>
              <a:t>ОРГАНИЗАЦИЯ ВРЕМЕНИ</a:t>
            </a:r>
          </a:p>
          <a:p xmlns:a="http://schemas.openxmlformats.org/drawingml/2006/main">
            <a:r>
              <a:t>Около минуты на объяснение схемы, минуты на пример или прогноз, минуты на ответ и обратную связь.</a:t>
            </a:r>
          </a:p>
          <a:p xmlns:a="http://schemas.openxmlformats.org/drawingml/2006/main">
            <a:r>
              <a:t/>
            </a:r>
          </a:p>
          <a:p xmlns:a="http://schemas.openxmlformats.org/drawingml/2006/main">
            <a:r>
              <a:t>Источники и основания: https://www.anthropic.com/research/building-effective-agents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Слайд 32. Готовность к практике</a:t>
            </a:r>
          </a:p>
          <a:p xmlns:a="http://schemas.openxmlformats.org/drawingml/2006/main">
            <a:r>
              <a:t>Блок 2. 88–90 мин от начала. На слайд 2 мин.</a:t>
            </a:r>
          </a:p>
          <a:p xmlns:a="http://schemas.openxmlformats.org/drawingml/2006/main">
            <a:r>
              <a:t/>
            </a:r>
          </a:p>
          <a:p xmlns:a="http://schemas.openxmlformats.org/drawingml/2006/main">
            <a:r>
              <a:t>ОБЪЯСНЕНИЕ</a:t>
            </a:r>
          </a:p>
          <a:p xmlns:a="http://schemas.openxmlformats.org/drawingml/2006/main">
            <a:r>
              <a:t>Завершите лекцию коротким воспроизведением. Каждый называет, кто выбирает действие в sim и llm, показывает разницу между черновиком и отправкой и объясняет, зачем нужен неизвестный запрос в проверках. Объявите практический результат: собственная папка, таблица пяти случаев и одно улучшение. Не оценивайте только командный успех: каждому нужна личная демонстрация. Если человек затрудняется, вернитесь к конкретной схеме. Эти две минуты закрывают 90-минутную лекцию; практические академические часы начинаются отдельно.</a:t>
            </a:r>
          </a:p>
          <a:p xmlns:a="http://schemas.openxmlformats.org/drawingml/2006/main">
            <a:r>
              <a:t/>
            </a:r>
          </a:p>
          <a:p xmlns:a="http://schemas.openxmlformats.org/drawingml/2006/main">
            <a:r>
              <a:t>ВОПРОС ГРУППЕ</a:t>
            </a:r>
          </a:p>
          <a:p xmlns:a="http://schemas.openxmlformats.org/drawingml/2006/main">
            <a:r>
              <a:t>Что вы создадите своими руками на основном маршруте?</a:t>
            </a:r>
          </a:p>
          <a:p xmlns:a="http://schemas.openxmlformats.org/drawingml/2006/main">
            <a:r>
              <a:t/>
            </a:r>
          </a:p>
          <a:p xmlns:a="http://schemas.openxmlformats.org/drawingml/2006/main">
            <a:r>
              <a:t>ОЖИДАЕМЫЙ ОТВЕТ</a:t>
            </a:r>
          </a:p>
          <a:p xmlns:a="http://schemas.openxmlformats.org/drawingml/2006/main">
            <a:r>
              <a:t>Своё правило и вопрос для готового симулятора, проверенный запуск и объяснение его ограничений.</a:t>
            </a:r>
          </a:p>
          <a:p xmlns:a="http://schemas.openxmlformats.org/drawingml/2006/main">
            <a:r>
              <a:t/>
            </a:r>
          </a:p>
          <a:p xmlns:a="http://schemas.openxmlformats.org/drawingml/2006/main">
            <a:r>
              <a:t>ОРГАНИЗАЦИЯ ВРЕМЕНИ</a:t>
            </a:r>
          </a:p>
          <a:p xmlns:a="http://schemas.openxmlformats.org/drawingml/2006/main">
            <a:r>
              <a:t>Около минуты на ввод или обобщение, оставшееся время на ответ участников.</a:t>
            </a:r>
          </a:p>
          <a:p xmlns:a="http://schemas.openxmlformats.org/drawingml/2006/main">
            <a:r>
              <a:t/>
            </a:r>
          </a:p>
          <a:p xmlns:a="http://schemas.openxmlformats.org/drawingml/2006/main">
            <a:r>
              <a:t>Источники и основания: https://ies.ed.gov/ncee/wwc/PracticeGuide/1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d4d627d76844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e18cad077641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903eb7374545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68242d9d8d49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9e1bc2caba45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c5207ed85f45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A74A10-5ED5-4AB7-A63A-36834B0090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3DC680-4B1C-41E3-875C-6019115BDF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F2C13B-9FE9-492F-979C-93E724AED2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1A40D0-26C9-4EBF-971E-9CA8A70C52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DC4EEF-0149-4497-85F3-A3D10CCF29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A2AB63-A8FA-49A0-8F4D-482D6E2506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DF13F3-CD53-427B-AD2A-11E6BB404A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D1EDFE-816D-4A80-8777-7993A010FD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549961-4E64-485B-8D3D-572F0D7D21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1CC079-FCA6-4627-B271-B5C3703AF6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ac9bdc998748ca" /><Relationship Type="http://schemas.openxmlformats.org/officeDocument/2006/relationships/slideLayout" Target="/ppt/slideLayouts/slideLayout1.xml" Id="R12dce4ff35234759" /><Relationship Type="http://schemas.openxmlformats.org/officeDocument/2006/relationships/slideLayout" Target="/ppt/slideLayouts/slideLayout2.xml" Id="R6ae13aa932334040" /><Relationship Type="http://schemas.openxmlformats.org/officeDocument/2006/relationships/slideLayout" Target="/ppt/slideLayouts/slideLayout3.xml" Id="Rd86ac1146c1e4d3e" /><Relationship Type="http://schemas.openxmlformats.org/officeDocument/2006/relationships/slideLayout" Target="/ppt/slideLayouts/slideLayout4.xml" Id="Rb720981a9ce74948" /><Relationship Type="http://schemas.openxmlformats.org/officeDocument/2006/relationships/slideLayout" Target="/ppt/slideLayouts/slideLayout5.xml" Id="R145655b4a534410b" /><Relationship Type="http://schemas.openxmlformats.org/officeDocument/2006/relationships/slideLayout" Target="/ppt/slideLayouts/slideLayout6.xml" Id="R7bfc0e3433ca48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dce4ff35234759"/>
    <p:sldLayoutId xmlns:r="http://schemas.openxmlformats.org/officeDocument/2006/relationships" id="2147483650" r:id="R6ae13aa932334040"/>
    <p:sldLayoutId xmlns:r="http://schemas.openxmlformats.org/officeDocument/2006/relationships" id="2147483651" r:id="Rd86ac1146c1e4d3e"/>
    <p:sldLayoutId xmlns:r="http://schemas.openxmlformats.org/officeDocument/2006/relationships" id="2147483652" r:id="Rb720981a9ce74948"/>
    <p:sldLayoutId xmlns:r="http://schemas.openxmlformats.org/officeDocument/2006/relationships" id="2147483653" r:id="R145655b4a534410b"/>
    <p:sldLayoutId xmlns:r="http://schemas.openxmlformats.org/officeDocument/2006/relationships" id="2147483654" r:id="R7bfc0e3433ca48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14690c552140e8" /><Relationship Type="http://schemas.openxmlformats.org/officeDocument/2006/relationships/notesSlide" Target="/ppt/notesSlides/notesSlide1.xml" Id="Ra492822580414e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fa7185076547bd" /><Relationship Type="http://schemas.openxmlformats.org/officeDocument/2006/relationships/notesSlide" Target="/ppt/notesSlides/notesSlide2.xml" Id="R41270028ddcd40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1a1fc2d66b439a" /><Relationship Type="http://schemas.openxmlformats.org/officeDocument/2006/relationships/notesSlide" Target="/ppt/notesSlides/notesSlide3.xml" Id="Rc12a9cecb26a43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adb7927de84f3e" /><Relationship Type="http://schemas.openxmlformats.org/officeDocument/2006/relationships/notesSlide" Target="/ppt/notesSlides/notesSlide4.xml" Id="R0cddb58b06204a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63c7c77cc84f5e" /><Relationship Type="http://schemas.openxmlformats.org/officeDocument/2006/relationships/notesSlide" Target="/ppt/notesSlides/notesSlide5.xml" Id="Rb030c7c2eb834a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dc38949bb94329" /><Relationship Type="http://schemas.openxmlformats.org/officeDocument/2006/relationships/notesSlide" Target="/ppt/notesSlides/notesSlide6.xml" Id="R1a18bfe016cb46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625e4940e94156" /><Relationship Type="http://schemas.openxmlformats.org/officeDocument/2006/relationships/notesSlide" Target="/ppt/notesSlides/notesSlide7.xml" Id="R8d7444b2804541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1041c944bb44c4" /><Relationship Type="http://schemas.openxmlformats.org/officeDocument/2006/relationships/notesSlide" Target="/ppt/notesSlides/notesSlide8.xml" Id="R484f284a648344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9f1881e42e40af" /><Relationship Type="http://schemas.openxmlformats.org/officeDocument/2006/relationships/notesSlide" Target="/ppt/notesSlides/notesSlide9.xml" Id="Rc4bf6892f48b40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af2480d5f445a9" /><Relationship Type="http://schemas.openxmlformats.org/officeDocument/2006/relationships/notesSlide" Target="/ppt/notesSlides/notesSlide10.xml" Id="R567bdc57d7cd46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aa94280b2d4bfc" /><Relationship Type="http://schemas.openxmlformats.org/officeDocument/2006/relationships/notesSlide" Target="/ppt/notesSlides/notesSlide11.xml" Id="Ref2444f4ad9d46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6dd6d92bdb4d6a" /><Relationship Type="http://schemas.openxmlformats.org/officeDocument/2006/relationships/notesSlide" Target="/ppt/notesSlides/notesSlide12.xml" Id="R4dec5335bbb145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d5032ba2924dba" /><Relationship Type="http://schemas.openxmlformats.org/officeDocument/2006/relationships/notesSlide" Target="/ppt/notesSlides/notesSlide13.xml" Id="R43090dc54ac94e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4f0af7acbf74902" /><Relationship Type="http://schemas.openxmlformats.org/officeDocument/2006/relationships/notesSlide" Target="/ppt/notesSlides/notesSlide14.xml" Id="R6828f4626be84b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16e059cce394a76" /><Relationship Type="http://schemas.openxmlformats.org/officeDocument/2006/relationships/notesSlide" Target="/ppt/notesSlides/notesSlide15.xml" Id="R8891297806fa43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a84e067496248d0" /><Relationship Type="http://schemas.openxmlformats.org/officeDocument/2006/relationships/notesSlide" Target="/ppt/notesSlides/notesSlide16.xml" Id="R66febcc9e4a742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986f9665344d8d" /><Relationship Type="http://schemas.openxmlformats.org/officeDocument/2006/relationships/notesSlide" Target="/ppt/notesSlides/notesSlide17.xml" Id="R9670c350e2fc4b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48224297a824577" /><Relationship Type="http://schemas.openxmlformats.org/officeDocument/2006/relationships/notesSlide" Target="/ppt/notesSlides/notesSlide18.xml" Id="R3697509393e645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005100db1834bcc" /><Relationship Type="http://schemas.openxmlformats.org/officeDocument/2006/relationships/notesSlide" Target="/ppt/notesSlides/notesSlide19.xml" Id="Rb857c65db5604a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ade7fb2e47b4c48" /><Relationship Type="http://schemas.openxmlformats.org/officeDocument/2006/relationships/notesSlide" Target="/ppt/notesSlides/notesSlide20.xml" Id="Rf344ae51ffb349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956718ebbbf4c78" /><Relationship Type="http://schemas.openxmlformats.org/officeDocument/2006/relationships/notesSlide" Target="/ppt/notesSlides/notesSlide21.xml" Id="Rf214eb34894a45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8736def2474712" /><Relationship Type="http://schemas.openxmlformats.org/officeDocument/2006/relationships/notesSlide" Target="/ppt/notesSlides/notesSlide22.xml" Id="R05d5016c14074a4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a261884bde54323" /><Relationship Type="http://schemas.openxmlformats.org/officeDocument/2006/relationships/notesSlide" Target="/ppt/notesSlides/notesSlide23.xml" Id="R27c32e2fc88546f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722be47bdc34ef5" /><Relationship Type="http://schemas.openxmlformats.org/officeDocument/2006/relationships/notesSlide" Target="/ppt/notesSlides/notesSlide24.xml" Id="R7b5f0be33803447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43808f64f040c5" /><Relationship Type="http://schemas.openxmlformats.org/officeDocument/2006/relationships/notesSlide" Target="/ppt/notesSlides/notesSlide25.xml" Id="R47c81ef951954b0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89a1296a60c4052" /><Relationship Type="http://schemas.openxmlformats.org/officeDocument/2006/relationships/notesSlide" Target="/ppt/notesSlides/notesSlide26.xml" Id="Rba9399c3b89d46a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8bb107709d4b4e" /><Relationship Type="http://schemas.openxmlformats.org/officeDocument/2006/relationships/notesSlide" Target="/ppt/notesSlides/notesSlide27.xml" Id="Rf9ae2d63cdbc48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ad8321f591a4d38" /><Relationship Type="http://schemas.openxmlformats.org/officeDocument/2006/relationships/notesSlide" Target="/ppt/notesSlides/notesSlide28.xml" Id="Re4b5801c444d413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f379f440ca848c4" /><Relationship Type="http://schemas.openxmlformats.org/officeDocument/2006/relationships/notesSlide" Target="/ppt/notesSlides/notesSlide29.xml" Id="R79fafc27487f48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17e55b25b6249da" /><Relationship Type="http://schemas.openxmlformats.org/officeDocument/2006/relationships/notesSlide" Target="/ppt/notesSlides/notesSlide30.xml" Id="Re677c02c380d423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aa99e174ad043d0" /><Relationship Type="http://schemas.openxmlformats.org/officeDocument/2006/relationships/notesSlide" Target="/ppt/notesSlides/notesSlide31.xml" Id="R774c2eb7ffe1481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e15473bf7b8423b" /><Relationship Type="http://schemas.openxmlformats.org/officeDocument/2006/relationships/notesSlide" Target="/ppt/notesSlides/notesSlide32.xml" Id="Rf511e0cc56f74771" /></Relationships>
</file>

<file path=ppt/slides/slide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8065619-64CD-4148-B01E-E5F30AC9BC79}"/>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CC40671F-900D-4379-9236-74F7BEA5D8E7}"/>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259FFE8-0CB5-4601-9700-F7999BE01FCE}"/>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C5D61FC9-8E18-407A-8B14-43FC8B6FAFCC}"/>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3D393EC5-455B-4A1D-800F-32658BE082C6}"/>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ИИ-агенты: понять и сделать</a:t>
            </a:r>
          </a:p>
        </p:txBody>
      </p:sp>
      <p:sp>
        <p:nvSpPr>
          <p:cNvPr id="3" name="">
            <a:extLst xmlns:a="http://schemas.openxmlformats.org/drawingml/2006/main">
              <a:ext uri="{FF2B5EF4-FFF2-40B4-BE49-F238E27FC236}">
                <a16:creationId xmlns:a16="http://schemas.microsoft.com/office/drawing/2014/main" id="{6320A4A4-9C5A-4724-86F7-F0BFCD6CFF06}"/>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Визуальная лекция для начинающих. Два блока по 45 минут.</a:t>
            </a:r>
          </a:p>
        </p:txBody>
      </p:sp>
      <p:sp>
        <p:nvSpPr>
          <p:cNvPr id="4" name="">
            <a:extLst xmlns:a="http://schemas.openxmlformats.org/drawingml/2006/main">
              <a:ext uri="{FF2B5EF4-FFF2-40B4-BE49-F238E27FC236}">
                <a16:creationId xmlns:a16="http://schemas.microsoft.com/office/drawing/2014/main" id="{B61C091C-7848-4BC6-BEE7-374C30D3CE45}"/>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Вопрос</a:t>
            </a:r>
          </a:p>
        </p:txBody>
      </p:sp>
      <p:sp>
        <p:nvSpPr>
          <p:cNvPr id="5" name="">
            <a:extLst xmlns:a="http://schemas.openxmlformats.org/drawingml/2006/main">
              <a:ext uri="{FF2B5EF4-FFF2-40B4-BE49-F238E27FC236}">
                <a16:creationId xmlns:a16="http://schemas.microsoft.com/office/drawing/2014/main" id="{7C7EEE78-2410-4066-800D-088C4D56EA1B}"/>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Выбор действия</a:t>
            </a:r>
          </a:p>
        </p:txBody>
      </p:sp>
      <p:sp>
        <p:nvSpPr>
          <p:cNvPr id="6" name="">
            <a:extLst xmlns:a="http://schemas.openxmlformats.org/drawingml/2006/main">
              <a:ext uri="{FF2B5EF4-FFF2-40B4-BE49-F238E27FC236}">
                <a16:creationId xmlns:a16="http://schemas.microsoft.com/office/drawing/2014/main" id="{70836F45-5BA8-4C15-B2EE-A9E3CC0B7E1C}"/>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Инструмент</a:t>
            </a:r>
          </a:p>
        </p:txBody>
      </p:sp>
      <p:sp>
        <p:nvSpPr>
          <p:cNvPr id="7" name="">
            <a:extLst xmlns:a="http://schemas.openxmlformats.org/drawingml/2006/main">
              <a:ext uri="{FF2B5EF4-FFF2-40B4-BE49-F238E27FC236}">
                <a16:creationId xmlns:a16="http://schemas.microsoft.com/office/drawing/2014/main" id="{B5227386-072A-4748-9C92-DCB9E2074183}"/>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Результат</a:t>
            </a:r>
          </a:p>
        </p:txBody>
      </p:sp>
      <p:sp>
        <p:nvSpPr>
          <p:cNvPr id="11" name="">
            <a:extLst xmlns:a="http://schemas.openxmlformats.org/drawingml/2006/main">
              <a:ext uri="{FF2B5EF4-FFF2-40B4-BE49-F238E27FC236}">
                <a16:creationId xmlns:a16="http://schemas.microsoft.com/office/drawing/2014/main" id="{4D25AABB-7983-4494-8668-473A46194B24}"/>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C6BCB3FB-746E-4759-BACD-1EE21EDD2695}"/>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Сначала увидим механизм, затем настроим свой пример.</a:t>
            </a:r>
          </a:p>
        </p:txBody>
      </p:sp>
      <p:sp>
        <p:nvSpPr>
          <p:cNvPr id="13" name="">
            <a:extLst xmlns:a="http://schemas.openxmlformats.org/drawingml/2006/main">
              <a:ext uri="{FF2B5EF4-FFF2-40B4-BE49-F238E27FC236}">
                <a16:creationId xmlns:a16="http://schemas.microsoft.com/office/drawing/2014/main" id="{76FCCAC5-5E9C-4AEC-80FB-06B10335F85F}"/>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 / 32</a:t>
            </a:r>
          </a:p>
        </p:txBody>
      </p:sp>
    </p:spTree>
    <p:extLst>
      <p:ext uri="{BB962C8B-B14F-4D97-AF65-F5344CB8AC3E}">
        <p14:creationId xmlns:p14="http://schemas.microsoft.com/office/powerpoint/2010/main" val="1083053452"/>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AA50B1-2ADE-4881-BB6C-69EC6E690081}"/>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B9333691-4F8C-4DF8-9668-B8695908A269}"/>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Ваш результат после курса</a:t>
            </a:r>
          </a:p>
        </p:txBody>
      </p:sp>
      <p:sp>
        <p:nvSpPr>
          <p:cNvPr id="3" name="">
            <a:extLst xmlns:a="http://schemas.openxmlformats.org/drawingml/2006/main">
              <a:ext uri="{FF2B5EF4-FFF2-40B4-BE49-F238E27FC236}">
                <a16:creationId xmlns:a16="http://schemas.microsoft.com/office/drawing/2014/main" id="{5780114F-CF08-4185-8441-8CEAC6AE1389}"/>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Сохранённые файлы и объяснение того, как они работают.</a:t>
            </a:r>
          </a:p>
        </p:txBody>
      </p:sp>
      <p:sp>
        <p:nvSpPr>
          <p:cNvPr id="4" name="">
            <a:extLst xmlns:a="http://schemas.openxmlformats.org/drawingml/2006/main">
              <a:ext uri="{FF2B5EF4-FFF2-40B4-BE49-F238E27FC236}">
                <a16:creationId xmlns:a16="http://schemas.microsoft.com/office/drawing/2014/main" id="{65358B5A-3207-4D82-8220-103FA1F860C4}"/>
              </a:ext>
            </a:extLst>
          </p:cNvPr>
          <p:cNvSpPr>
            <a:spLocks xmlns:a="http://schemas.openxmlformats.org/drawingml/2006/main" noGrp="1"/>
          </p:cNvSpPr>
          <p:nvPr/>
        </p:nvSpPr>
        <p:spPr>
          <a:xfrm xmlns:a="http://schemas.openxmlformats.org/drawingml/2006/main">
            <a:off x="90487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5" name="">
            <a:extLst xmlns:a="http://schemas.openxmlformats.org/drawingml/2006/main">
              <a:ext uri="{FF2B5EF4-FFF2-40B4-BE49-F238E27FC236}">
                <a16:creationId xmlns:a16="http://schemas.microsoft.com/office/drawing/2014/main" id="{7A32DB27-EAED-4A10-BF94-DE82A436A30D}"/>
              </a:ext>
            </a:extLst>
          </p:cNvPr>
          <p:cNvSpPr>
            <a:spLocks xmlns:a="http://schemas.openxmlformats.org/drawingml/2006/main" noGrp="1"/>
          </p:cNvSpPr>
          <p:nvPr/>
        </p:nvSpPr>
        <p:spPr>
          <a:xfrm xmlns:a="http://schemas.openxmlformats.org/drawingml/2006/main">
            <a:off x="111442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Моя памятка</a:t>
            </a:r>
          </a:p>
        </p:txBody>
      </p:sp>
      <p:sp>
        <p:nvSpPr>
          <p:cNvPr id="6" name="">
            <a:extLst xmlns:a="http://schemas.openxmlformats.org/drawingml/2006/main">
              <a:ext uri="{FF2B5EF4-FFF2-40B4-BE49-F238E27FC236}">
                <a16:creationId xmlns:a16="http://schemas.microsoft.com/office/drawing/2014/main" id="{76C2AC83-25BD-4F9C-BF63-AA72E8148874}"/>
              </a:ext>
            </a:extLst>
          </p:cNvPr>
          <p:cNvSpPr>
            <a:spLocks xmlns:a="http://schemas.openxmlformats.org/drawingml/2006/main" noGrp="1"/>
          </p:cNvSpPr>
          <p:nvPr/>
        </p:nvSpPr>
        <p:spPr>
          <a:xfrm xmlns:a="http://schemas.openxmlformats.org/drawingml/2006/main">
            <a:off x="133350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7" name="">
            <a:extLst xmlns:a="http://schemas.openxmlformats.org/drawingml/2006/main">
              <a:ext uri="{FF2B5EF4-FFF2-40B4-BE49-F238E27FC236}">
                <a16:creationId xmlns:a16="http://schemas.microsoft.com/office/drawing/2014/main" id="{88A8CE56-31D4-4FB8-8294-80B2107CD146}"/>
              </a:ext>
            </a:extLst>
          </p:cNvPr>
          <p:cNvSpPr>
            <a:spLocks xmlns:a="http://schemas.openxmlformats.org/drawingml/2006/main" noGrp="1"/>
          </p:cNvSpPr>
          <p:nvPr/>
        </p:nvSpPr>
        <p:spPr>
          <a:xfrm xmlns:a="http://schemas.openxmlformats.org/drawingml/2006/main">
            <a:off x="133350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8" name="">
            <a:extLst xmlns:a="http://schemas.openxmlformats.org/drawingml/2006/main">
              <a:ext uri="{FF2B5EF4-FFF2-40B4-BE49-F238E27FC236}">
                <a16:creationId xmlns:a16="http://schemas.microsoft.com/office/drawing/2014/main" id="{15279D80-B201-4EFC-8355-97D0DA3EAF48}"/>
              </a:ext>
            </a:extLst>
          </p:cNvPr>
          <p:cNvSpPr>
            <a:spLocks xmlns:a="http://schemas.openxmlformats.org/drawingml/2006/main" noGrp="1"/>
          </p:cNvSpPr>
          <p:nvPr/>
        </p:nvSpPr>
        <p:spPr>
          <a:xfrm xmlns:a="http://schemas.openxmlformats.org/drawingml/2006/main">
            <a:off x="133350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9" name="">
            <a:extLst xmlns:a="http://schemas.openxmlformats.org/drawingml/2006/main">
              <a:ext uri="{FF2B5EF4-FFF2-40B4-BE49-F238E27FC236}">
                <a16:creationId xmlns:a16="http://schemas.microsoft.com/office/drawing/2014/main" id="{1207BF73-4194-45F2-816A-D9115C6E53EA}"/>
              </a:ext>
            </a:extLst>
          </p:cNvPr>
          <p:cNvSpPr>
            <a:spLocks xmlns:a="http://schemas.openxmlformats.org/drawingml/2006/main" noGrp="1"/>
          </p:cNvSpPr>
          <p:nvPr/>
        </p:nvSpPr>
        <p:spPr>
          <a:xfrm xmlns:a="http://schemas.openxmlformats.org/drawingml/2006/main">
            <a:off x="461962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10" name="">
            <a:extLst xmlns:a="http://schemas.openxmlformats.org/drawingml/2006/main">
              <a:ext uri="{FF2B5EF4-FFF2-40B4-BE49-F238E27FC236}">
                <a16:creationId xmlns:a16="http://schemas.microsoft.com/office/drawing/2014/main" id="{54606358-C9D4-49B4-BB65-44C68DA2ED95}"/>
              </a:ext>
            </a:extLst>
          </p:cNvPr>
          <p:cNvSpPr>
            <a:spLocks xmlns:a="http://schemas.openxmlformats.org/drawingml/2006/main" noGrp="1"/>
          </p:cNvSpPr>
          <p:nvPr/>
        </p:nvSpPr>
        <p:spPr>
          <a:xfrm xmlns:a="http://schemas.openxmlformats.org/drawingml/2006/main">
            <a:off x="482917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Мой вопрос</a:t>
            </a:r>
          </a:p>
        </p:txBody>
      </p:sp>
      <p:sp>
        <p:nvSpPr>
          <p:cNvPr id="11" name="">
            <a:extLst xmlns:a="http://schemas.openxmlformats.org/drawingml/2006/main">
              <a:ext uri="{FF2B5EF4-FFF2-40B4-BE49-F238E27FC236}">
                <a16:creationId xmlns:a16="http://schemas.microsoft.com/office/drawing/2014/main" id="{2E4F3B17-E3CC-4DB9-A1B6-54F81AB3F987}"/>
              </a:ext>
            </a:extLst>
          </p:cNvPr>
          <p:cNvSpPr>
            <a:spLocks xmlns:a="http://schemas.openxmlformats.org/drawingml/2006/main" noGrp="1"/>
          </p:cNvSpPr>
          <p:nvPr/>
        </p:nvSpPr>
        <p:spPr>
          <a:xfrm xmlns:a="http://schemas.openxmlformats.org/drawingml/2006/main">
            <a:off x="504825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2" name="">
            <a:extLst xmlns:a="http://schemas.openxmlformats.org/drawingml/2006/main">
              <a:ext uri="{FF2B5EF4-FFF2-40B4-BE49-F238E27FC236}">
                <a16:creationId xmlns:a16="http://schemas.microsoft.com/office/drawing/2014/main" id="{C49F90ED-A186-4283-B437-92C993BF3F35}"/>
              </a:ext>
            </a:extLst>
          </p:cNvPr>
          <p:cNvSpPr>
            <a:spLocks xmlns:a="http://schemas.openxmlformats.org/drawingml/2006/main" noGrp="1"/>
          </p:cNvSpPr>
          <p:nvPr/>
        </p:nvSpPr>
        <p:spPr>
          <a:xfrm xmlns:a="http://schemas.openxmlformats.org/drawingml/2006/main">
            <a:off x="504825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3" name="">
            <a:extLst xmlns:a="http://schemas.openxmlformats.org/drawingml/2006/main">
              <a:ext uri="{FF2B5EF4-FFF2-40B4-BE49-F238E27FC236}">
                <a16:creationId xmlns:a16="http://schemas.microsoft.com/office/drawing/2014/main" id="{6E4A210A-EAC9-44DF-A138-4643DED2D5F8}"/>
              </a:ext>
            </a:extLst>
          </p:cNvPr>
          <p:cNvSpPr>
            <a:spLocks xmlns:a="http://schemas.openxmlformats.org/drawingml/2006/main" noGrp="1"/>
          </p:cNvSpPr>
          <p:nvPr/>
        </p:nvSpPr>
        <p:spPr>
          <a:xfrm xmlns:a="http://schemas.openxmlformats.org/drawingml/2006/main">
            <a:off x="504825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4" name="">
            <a:extLst xmlns:a="http://schemas.openxmlformats.org/drawingml/2006/main">
              <a:ext uri="{FF2B5EF4-FFF2-40B4-BE49-F238E27FC236}">
                <a16:creationId xmlns:a16="http://schemas.microsoft.com/office/drawing/2014/main" id="{06ACF397-0E4F-4132-9AEF-ABB2CD567E5C}"/>
              </a:ext>
            </a:extLst>
          </p:cNvPr>
          <p:cNvSpPr>
            <a:spLocks xmlns:a="http://schemas.openxmlformats.org/drawingml/2006/main" noGrp="1"/>
          </p:cNvSpPr>
          <p:nvPr/>
        </p:nvSpPr>
        <p:spPr>
          <a:xfrm xmlns:a="http://schemas.openxmlformats.org/drawingml/2006/main">
            <a:off x="833437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15" name="">
            <a:extLst xmlns:a="http://schemas.openxmlformats.org/drawingml/2006/main">
              <a:ext uri="{FF2B5EF4-FFF2-40B4-BE49-F238E27FC236}">
                <a16:creationId xmlns:a16="http://schemas.microsoft.com/office/drawing/2014/main" id="{0ADB6E2F-C0A9-443B-88B4-3C37ADEE7B23}"/>
              </a:ext>
            </a:extLst>
          </p:cNvPr>
          <p:cNvSpPr>
            <a:spLocks xmlns:a="http://schemas.openxmlformats.org/drawingml/2006/main" noGrp="1"/>
          </p:cNvSpPr>
          <p:nvPr/>
        </p:nvSpPr>
        <p:spPr>
          <a:xfrm xmlns:a="http://schemas.openxmlformats.org/drawingml/2006/main">
            <a:off x="854392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Результат</a:t>
            </a:r>
          </a:p>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одного запуска</a:t>
            </a:r>
          </a:p>
        </p:txBody>
      </p:sp>
      <p:sp>
        <p:nvSpPr>
          <p:cNvPr id="16" name="">
            <a:extLst xmlns:a="http://schemas.openxmlformats.org/drawingml/2006/main">
              <a:ext uri="{FF2B5EF4-FFF2-40B4-BE49-F238E27FC236}">
                <a16:creationId xmlns:a16="http://schemas.microsoft.com/office/drawing/2014/main" id="{FC642ACC-40A4-426F-AA76-C01594952727}"/>
              </a:ext>
            </a:extLst>
          </p:cNvPr>
          <p:cNvSpPr>
            <a:spLocks xmlns:a="http://schemas.openxmlformats.org/drawingml/2006/main" noGrp="1"/>
          </p:cNvSpPr>
          <p:nvPr/>
        </p:nvSpPr>
        <p:spPr>
          <a:xfrm xmlns:a="http://schemas.openxmlformats.org/drawingml/2006/main">
            <a:off x="876300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7" name="">
            <a:extLst xmlns:a="http://schemas.openxmlformats.org/drawingml/2006/main">
              <a:ext uri="{FF2B5EF4-FFF2-40B4-BE49-F238E27FC236}">
                <a16:creationId xmlns:a16="http://schemas.microsoft.com/office/drawing/2014/main" id="{D97C9983-6450-46FD-983F-E65600870723}"/>
              </a:ext>
            </a:extLst>
          </p:cNvPr>
          <p:cNvSpPr>
            <a:spLocks xmlns:a="http://schemas.openxmlformats.org/drawingml/2006/main" noGrp="1"/>
          </p:cNvSpPr>
          <p:nvPr/>
        </p:nvSpPr>
        <p:spPr>
          <a:xfrm xmlns:a="http://schemas.openxmlformats.org/drawingml/2006/main">
            <a:off x="876300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8" name="">
            <a:extLst xmlns:a="http://schemas.openxmlformats.org/drawingml/2006/main">
              <a:ext uri="{FF2B5EF4-FFF2-40B4-BE49-F238E27FC236}">
                <a16:creationId xmlns:a16="http://schemas.microsoft.com/office/drawing/2014/main" id="{3E0B4A28-78D4-4A18-8D8E-84B6CDA8DDD5}"/>
              </a:ext>
            </a:extLst>
          </p:cNvPr>
          <p:cNvSpPr>
            <a:spLocks xmlns:a="http://schemas.openxmlformats.org/drawingml/2006/main" noGrp="1"/>
          </p:cNvSpPr>
          <p:nvPr/>
        </p:nvSpPr>
        <p:spPr>
          <a:xfrm xmlns:a="http://schemas.openxmlformats.org/drawingml/2006/main">
            <a:off x="876300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9" name="">
            <a:extLst xmlns:a="http://schemas.openxmlformats.org/drawingml/2006/main">
              <a:ext uri="{FF2B5EF4-FFF2-40B4-BE49-F238E27FC236}">
                <a16:creationId xmlns:a16="http://schemas.microsoft.com/office/drawing/2014/main" id="{9095229F-8A5D-4326-98BF-763908947DF9}"/>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20" name="">
            <a:extLst xmlns:a="http://schemas.openxmlformats.org/drawingml/2006/main">
              <a:ext uri="{FF2B5EF4-FFF2-40B4-BE49-F238E27FC236}">
                <a16:creationId xmlns:a16="http://schemas.microsoft.com/office/drawing/2014/main" id="{2C363AA4-9EB0-4387-AD25-971FFD7D30D5}"/>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Вы сможете показать собственное изменение и проверить его.</a:t>
            </a:r>
          </a:p>
        </p:txBody>
      </p:sp>
      <p:sp>
        <p:nvSpPr>
          <p:cNvPr id="21" name="">
            <a:extLst xmlns:a="http://schemas.openxmlformats.org/drawingml/2006/main">
              <a:ext uri="{FF2B5EF4-FFF2-40B4-BE49-F238E27FC236}">
                <a16:creationId xmlns:a16="http://schemas.microsoft.com/office/drawing/2014/main" id="{0073A879-A76D-45E0-9ACD-BDF50EFBD7A8}"/>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 / 32</a:t>
            </a:r>
          </a:p>
        </p:txBody>
      </p:sp>
    </p:spTree>
    <p:extLst>
      <p:ext uri="{BB962C8B-B14F-4D97-AF65-F5344CB8AC3E}">
        <p14:creationId xmlns:p14="http://schemas.microsoft.com/office/powerpoint/2010/main" val="1669161900"/>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7527BFB-1254-47E6-A8AE-8B749FE78C9D}"/>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846B8036-E274-40AE-921C-C4BC8F2E9B16}"/>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2EF4EA17-7824-47AB-8542-EF77BADA7114}"/>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BA6FA946-6136-4F12-BCF4-399019626174}"/>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20B57EFA-1725-4CB7-8113-BA8D9FD15FBF}"/>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Помощник в учреждении</a:t>
            </a:r>
          </a:p>
        </p:txBody>
      </p:sp>
      <p:sp>
        <p:nvSpPr>
          <p:cNvPr id="3" name="">
            <a:extLst xmlns:a="http://schemas.openxmlformats.org/drawingml/2006/main">
              <a:ext uri="{FF2B5EF4-FFF2-40B4-BE49-F238E27FC236}">
                <a16:creationId xmlns:a16="http://schemas.microsoft.com/office/drawing/2014/main" id="{A5AF6430-63CC-46D2-8C5B-29EB2AF4B4FD}"/>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Бытовая аналогия для первого знакомства.</a:t>
            </a:r>
          </a:p>
        </p:txBody>
      </p:sp>
      <p:sp>
        <p:nvSpPr>
          <p:cNvPr id="4" name="">
            <a:extLst xmlns:a="http://schemas.openxmlformats.org/drawingml/2006/main">
              <a:ext uri="{FF2B5EF4-FFF2-40B4-BE49-F238E27FC236}">
                <a16:creationId xmlns:a16="http://schemas.microsoft.com/office/drawing/2014/main" id="{FE40A945-3F7D-41E4-B14C-3DC3F5353550}"/>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Посетитель</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задаёт вопрос</a:t>
            </a:r>
          </a:p>
        </p:txBody>
      </p:sp>
      <p:sp>
        <p:nvSpPr>
          <p:cNvPr id="5" name="">
            <a:extLst xmlns:a="http://schemas.openxmlformats.org/drawingml/2006/main">
              <a:ext uri="{FF2B5EF4-FFF2-40B4-BE49-F238E27FC236}">
                <a16:creationId xmlns:a16="http://schemas.microsoft.com/office/drawing/2014/main" id="{6ADC030F-2331-4ABB-9417-FC6EF0F26F28}"/>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Помощник</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выбирает шаг</a:t>
            </a:r>
          </a:p>
        </p:txBody>
      </p:sp>
      <p:sp>
        <p:nvSpPr>
          <p:cNvPr id="6" name="">
            <a:extLst xmlns:a="http://schemas.openxmlformats.org/drawingml/2006/main">
              <a:ext uri="{FF2B5EF4-FFF2-40B4-BE49-F238E27FC236}">
                <a16:creationId xmlns:a16="http://schemas.microsoft.com/office/drawing/2014/main" id="{9EF64DE9-3197-4790-87B2-4AF44447460F}"/>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Картотека</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выдаёт правило</a:t>
            </a:r>
          </a:p>
        </p:txBody>
      </p:sp>
      <p:sp>
        <p:nvSpPr>
          <p:cNvPr id="7" name="">
            <a:extLst xmlns:a="http://schemas.openxmlformats.org/drawingml/2006/main">
              <a:ext uri="{FF2B5EF4-FFF2-40B4-BE49-F238E27FC236}">
                <a16:creationId xmlns:a16="http://schemas.microsoft.com/office/drawing/2014/main" id="{E2DCF0F6-4E30-42FA-8A6B-D6841A620CB2}"/>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Человек</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проверяет ответ</a:t>
            </a:r>
          </a:p>
        </p:txBody>
      </p:sp>
      <p:sp>
        <p:nvSpPr>
          <p:cNvPr id="11" name="">
            <a:extLst xmlns:a="http://schemas.openxmlformats.org/drawingml/2006/main">
              <a:ext uri="{FF2B5EF4-FFF2-40B4-BE49-F238E27FC236}">
                <a16:creationId xmlns:a16="http://schemas.microsoft.com/office/drawing/2014/main" id="{3E19E835-D966-4F3E-A859-27DA3CA6E17B}"/>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46C36760-D802-4AED-BE81-D3DE75133138}"/>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Аналогия помогает понять роли, но модель может ошибаться.</a:t>
            </a:r>
          </a:p>
        </p:txBody>
      </p:sp>
      <p:sp>
        <p:nvSpPr>
          <p:cNvPr id="13" name="">
            <a:extLst xmlns:a="http://schemas.openxmlformats.org/drawingml/2006/main">
              <a:ext uri="{FF2B5EF4-FFF2-40B4-BE49-F238E27FC236}">
                <a16:creationId xmlns:a16="http://schemas.microsoft.com/office/drawing/2014/main" id="{4DDFB74A-4818-4384-BF78-DC383E66B355}"/>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3 / 32</a:t>
            </a:r>
          </a:p>
        </p:txBody>
      </p:sp>
    </p:spTree>
    <p:extLst>
      <p:ext uri="{BB962C8B-B14F-4D97-AF65-F5344CB8AC3E}">
        <p14:creationId xmlns:p14="http://schemas.microsoft.com/office/powerpoint/2010/main" val="967524404"/>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9C6DB5-A126-4EBC-89F0-085EC0C0D460}"/>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82EEAF2F-C61B-4F2D-90CD-93A256B9FC72}"/>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ИИ и языковая модель</a:t>
            </a:r>
          </a:p>
        </p:txBody>
      </p:sp>
      <p:sp>
        <p:nvSpPr>
          <p:cNvPr id="3" name="">
            <a:extLst xmlns:a="http://schemas.openxmlformats.org/drawingml/2006/main">
              <a:ext uri="{FF2B5EF4-FFF2-40B4-BE49-F238E27FC236}">
                <a16:creationId xmlns:a16="http://schemas.microsoft.com/office/drawing/2014/main" id="{51528F2E-0416-40FC-99ED-748779A70367}"/>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Термины разного масштаба.</a:t>
            </a:r>
          </a:p>
        </p:txBody>
      </p:sp>
      <p:sp>
        <p:nvSpPr>
          <p:cNvPr id="4" name="">
            <a:extLst xmlns:a="http://schemas.openxmlformats.org/drawingml/2006/main">
              <a:ext uri="{FF2B5EF4-FFF2-40B4-BE49-F238E27FC236}">
                <a16:creationId xmlns:a16="http://schemas.microsoft.com/office/drawing/2014/main" id="{5D9818C0-27A6-41BA-9EF1-C4ACA54E316B}"/>
              </a:ext>
            </a:extLst>
          </p:cNvPr>
          <p:cNvSpPr>
            <a:spLocks xmlns:a="http://schemas.openxmlformats.org/drawingml/2006/main" noGrp="1"/>
          </p:cNvSpPr>
          <p:nvPr/>
        </p:nvSpPr>
        <p:spPr>
          <a:xfrm xmlns:a="http://schemas.openxmlformats.org/drawingml/2006/main">
            <a:off x="952500" y="2476500"/>
            <a:ext cx="6572250" cy="2762250"/>
          </a:xfrm>
          <a:prstGeom xmlns:a="http://schemas.openxmlformats.org/drawingml/2006/main" prst="rect">
            <a:avLst/>
          </a:prstGeom>
          <a:solidFill xmlns:a="http://schemas.openxmlformats.org/drawingml/2006/main">
            <a:srgbClr val="E0EEEB"/>
          </a:solidFill>
          <a:ln xmlns:a="http://schemas.openxmlformats.org/drawingml/2006/main" w="28575">
            <a:solidFill>
              <a:srgbClr val="087F83"/>
            </a:solidFill>
            <a:prstDash val="solid"/>
          </a:ln>
        </p:spPr>
      </p:sp>
      <p:sp>
        <p:nvSpPr>
          <p:cNvPr id="5" name="">
            <a:extLst xmlns:a="http://schemas.openxmlformats.org/drawingml/2006/main">
              <a:ext uri="{FF2B5EF4-FFF2-40B4-BE49-F238E27FC236}">
                <a16:creationId xmlns:a16="http://schemas.microsoft.com/office/drawing/2014/main" id="{C6185506-8FBB-40DE-8A5D-7B90F2F2FBA5}"/>
              </a:ext>
            </a:extLst>
          </p:cNvPr>
          <p:cNvSpPr>
            <a:spLocks xmlns:a="http://schemas.openxmlformats.org/drawingml/2006/main" noGrp="1"/>
          </p:cNvSpPr>
          <p:nvPr/>
        </p:nvSpPr>
        <p:spPr>
          <a:xfrm xmlns:a="http://schemas.openxmlformats.org/drawingml/2006/main">
            <a:off x="1190625" y="2619375"/>
            <a:ext cx="600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625" b="1">
                <a:solidFill>
                  <a:srgbClr val="172C33"/>
                </a:solidFill>
                <a:latin typeface="DejaVu Sans"/>
                <a:ea typeface="DejaVu Sans"/>
                <a:cs typeface="DejaVu Sans"/>
              </a:defRPr>
            </a:defPPr>
            <a:lvl1pPr algn="l">
              <a:defRPr sz="2625" b="1">
                <a:solidFill>
                  <a:srgbClr val="172C33"/>
                </a:solidFill>
                <a:latin typeface="DejaVu Sans"/>
                <a:ea typeface="DejaVu Sans"/>
                <a:cs typeface="DejaVu Sans"/>
              </a:defRPr>
            </a:lvl1pPr>
            <a:lvl2pPr algn="l">
              <a:defRPr sz="2625" b="1">
                <a:solidFill>
                  <a:srgbClr val="172C33"/>
                </a:solidFill>
                <a:latin typeface="DejaVu Sans"/>
                <a:ea typeface="DejaVu Sans"/>
                <a:cs typeface="DejaVu Sans"/>
              </a:defRPr>
            </a:lvl2pPr>
            <a:lvl3pPr algn="l">
              <a:defRPr sz="2625" b="1">
                <a:solidFill>
                  <a:srgbClr val="172C33"/>
                </a:solidFill>
                <a:latin typeface="DejaVu Sans"/>
                <a:ea typeface="DejaVu Sans"/>
                <a:cs typeface="DejaVu Sans"/>
              </a:defRPr>
            </a:lvl3pPr>
            <a:lvl4pPr algn="l">
              <a:defRPr sz="2625" b="1">
                <a:solidFill>
                  <a:srgbClr val="172C33"/>
                </a:solidFill>
                <a:latin typeface="DejaVu Sans"/>
                <a:ea typeface="DejaVu Sans"/>
                <a:cs typeface="DejaVu Sans"/>
              </a:defRPr>
            </a:lvl4pPr>
            <a:lvl5pPr algn="l">
              <a:defRPr sz="2625" b="1">
                <a:solidFill>
                  <a:srgbClr val="172C33"/>
                </a:solidFill>
                <a:latin typeface="DejaVu Sans"/>
                <a:ea typeface="DejaVu Sans"/>
                <a:cs typeface="DejaVu Sans"/>
              </a:defRPr>
            </a:lvl5pPr>
            <a:lvl6pPr algn="l">
              <a:defRPr sz="2625" b="1">
                <a:solidFill>
                  <a:srgbClr val="172C33"/>
                </a:solidFill>
                <a:latin typeface="DejaVu Sans"/>
                <a:ea typeface="DejaVu Sans"/>
                <a:cs typeface="DejaVu Sans"/>
              </a:defRPr>
            </a:lvl6pPr>
            <a:lvl7pPr algn="l">
              <a:defRPr sz="2625" b="1">
                <a:solidFill>
                  <a:srgbClr val="172C33"/>
                </a:solidFill>
                <a:latin typeface="DejaVu Sans"/>
                <a:ea typeface="DejaVu Sans"/>
                <a:cs typeface="DejaVu Sans"/>
              </a:defRPr>
            </a:lvl7pPr>
            <a:lvl8pPr algn="l">
              <a:defRPr sz="2625" b="1">
                <a:solidFill>
                  <a:srgbClr val="172C33"/>
                </a:solidFill>
                <a:latin typeface="DejaVu Sans"/>
                <a:ea typeface="DejaVu Sans"/>
                <a:cs typeface="DejaVu Sans"/>
              </a:defRPr>
            </a:lvl8pPr>
            <a:lvl9pPr algn="l">
              <a:defRPr sz="2625" b="1">
                <a:solidFill>
                  <a:srgbClr val="172C33"/>
                </a:solidFill>
                <a:latin typeface="DejaVu Sans"/>
                <a:ea typeface="DejaVu Sans"/>
                <a:cs typeface="DejaVu Sans"/>
              </a:defRPr>
            </a:lvl9pPr>
          </a:lstStyle>
          <a:p xmlns:a="http://schemas.openxmlformats.org/drawingml/2006/main">
            <a:pPr algn="l">
              <a:defRPr sz="2625" b="1">
                <a:solidFill>
                  <a:srgbClr val="172C33"/>
                </a:solidFill>
                <a:latin typeface="DejaVu Sans"/>
                <a:ea typeface="DejaVu Sans"/>
                <a:cs typeface="DejaVu Sans"/>
              </a:defRPr>
            </a:pPr>
            <a:r>
              <a:rPr sz="2625" b="1">
                <a:solidFill>
                  <a:srgbClr val="172C33"/>
                </a:solidFill>
                <a:latin typeface="DejaVu Sans"/>
                <a:ea typeface="DejaVu Sans"/>
                <a:cs typeface="DejaVu Sans"/>
              </a:rPr>
              <a:t>ИИ: широкая область</a:t>
            </a:r>
          </a:p>
        </p:txBody>
      </p:sp>
      <p:sp>
        <p:nvSpPr>
          <p:cNvPr id="6" name="">
            <a:extLst xmlns:a="http://schemas.openxmlformats.org/drawingml/2006/main">
              <a:ext uri="{FF2B5EF4-FFF2-40B4-BE49-F238E27FC236}">
                <a16:creationId xmlns:a16="http://schemas.microsoft.com/office/drawing/2014/main" id="{4B7AFE6E-C884-43D1-8FF7-485AB582AF83}"/>
              </a:ext>
            </a:extLst>
          </p:cNvPr>
          <p:cNvSpPr>
            <a:spLocks xmlns:a="http://schemas.openxmlformats.org/drawingml/2006/main" noGrp="1"/>
          </p:cNvSpPr>
          <p:nvPr/>
        </p:nvSpPr>
        <p:spPr>
          <a:xfrm xmlns:a="http://schemas.openxmlformats.org/drawingml/2006/main">
            <a:off x="1381125" y="3429000"/>
            <a:ext cx="5619750" cy="1285875"/>
          </a:xfrm>
          <a:prstGeom xmlns:a="http://schemas.openxmlformats.org/drawingml/2006/main" prst="rect">
            <a:avLst/>
          </a:prstGeom>
          <a:solidFill xmlns:a="http://schemas.openxmlformats.org/drawingml/2006/main">
            <a:srgbClr val="EAE5F3"/>
          </a:solidFill>
          <a:ln xmlns:a="http://schemas.openxmlformats.org/drawingml/2006/main" w="28575">
            <a:solidFill>
              <a:srgbClr val="6756A0"/>
            </a:solidFill>
            <a:prstDash val="solid"/>
          </a:ln>
        </p:spPr>
      </p:sp>
      <p:sp>
        <p:nvSpPr>
          <p:cNvPr id="7" name="">
            <a:extLst xmlns:a="http://schemas.openxmlformats.org/drawingml/2006/main">
              <a:ext uri="{FF2B5EF4-FFF2-40B4-BE49-F238E27FC236}">
                <a16:creationId xmlns:a16="http://schemas.microsoft.com/office/drawing/2014/main" id="{4321F2CC-BB9A-4E08-8C3A-0BD5C44B947D}"/>
              </a:ext>
            </a:extLst>
          </p:cNvPr>
          <p:cNvSpPr>
            <a:spLocks xmlns:a="http://schemas.openxmlformats.org/drawingml/2006/main" noGrp="1"/>
          </p:cNvSpPr>
          <p:nvPr/>
        </p:nvSpPr>
        <p:spPr>
          <a:xfrm xmlns:a="http://schemas.openxmlformats.org/drawingml/2006/main">
            <a:off x="1666875" y="361950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325" b="1">
                <a:solidFill>
                  <a:srgbClr val="172C33"/>
                </a:solidFill>
                <a:latin typeface="DejaVu Sans"/>
                <a:ea typeface="DejaVu Sans"/>
                <a:cs typeface="DejaVu Sans"/>
              </a:defRPr>
            </a:defPPr>
            <a:lvl1pPr algn="l">
              <a:defRPr sz="2325" b="1">
                <a:solidFill>
                  <a:srgbClr val="172C33"/>
                </a:solidFill>
                <a:latin typeface="DejaVu Sans"/>
                <a:ea typeface="DejaVu Sans"/>
                <a:cs typeface="DejaVu Sans"/>
              </a:defRPr>
            </a:lvl1pPr>
            <a:lvl2pPr algn="l">
              <a:defRPr sz="2325" b="1">
                <a:solidFill>
                  <a:srgbClr val="172C33"/>
                </a:solidFill>
                <a:latin typeface="DejaVu Sans"/>
                <a:ea typeface="DejaVu Sans"/>
                <a:cs typeface="DejaVu Sans"/>
              </a:defRPr>
            </a:lvl2pPr>
            <a:lvl3pPr algn="l">
              <a:defRPr sz="2325" b="1">
                <a:solidFill>
                  <a:srgbClr val="172C33"/>
                </a:solidFill>
                <a:latin typeface="DejaVu Sans"/>
                <a:ea typeface="DejaVu Sans"/>
                <a:cs typeface="DejaVu Sans"/>
              </a:defRPr>
            </a:lvl3pPr>
            <a:lvl4pPr algn="l">
              <a:defRPr sz="2325" b="1">
                <a:solidFill>
                  <a:srgbClr val="172C33"/>
                </a:solidFill>
                <a:latin typeface="DejaVu Sans"/>
                <a:ea typeface="DejaVu Sans"/>
                <a:cs typeface="DejaVu Sans"/>
              </a:defRPr>
            </a:lvl4pPr>
            <a:lvl5pPr algn="l">
              <a:defRPr sz="2325" b="1">
                <a:solidFill>
                  <a:srgbClr val="172C33"/>
                </a:solidFill>
                <a:latin typeface="DejaVu Sans"/>
                <a:ea typeface="DejaVu Sans"/>
                <a:cs typeface="DejaVu Sans"/>
              </a:defRPr>
            </a:lvl5pPr>
            <a:lvl6pPr algn="l">
              <a:defRPr sz="2325" b="1">
                <a:solidFill>
                  <a:srgbClr val="172C33"/>
                </a:solidFill>
                <a:latin typeface="DejaVu Sans"/>
                <a:ea typeface="DejaVu Sans"/>
                <a:cs typeface="DejaVu Sans"/>
              </a:defRPr>
            </a:lvl6pPr>
            <a:lvl7pPr algn="l">
              <a:defRPr sz="2325" b="1">
                <a:solidFill>
                  <a:srgbClr val="172C33"/>
                </a:solidFill>
                <a:latin typeface="DejaVu Sans"/>
                <a:ea typeface="DejaVu Sans"/>
                <a:cs typeface="DejaVu Sans"/>
              </a:defRPr>
            </a:lvl7pPr>
            <a:lvl8pPr algn="l">
              <a:defRPr sz="2325" b="1">
                <a:solidFill>
                  <a:srgbClr val="172C33"/>
                </a:solidFill>
                <a:latin typeface="DejaVu Sans"/>
                <a:ea typeface="DejaVu Sans"/>
                <a:cs typeface="DejaVu Sans"/>
              </a:defRPr>
            </a:lvl8pPr>
            <a:lvl9pPr algn="l">
              <a:defRPr sz="2325" b="1">
                <a:solidFill>
                  <a:srgbClr val="172C33"/>
                </a:solidFill>
                <a:latin typeface="DejaVu Sans"/>
                <a:ea typeface="DejaVu Sans"/>
                <a:cs typeface="DejaVu Sans"/>
              </a:defRPr>
            </a:lvl9pPr>
          </a:lstStyle>
          <a:p xmlns:a="http://schemas.openxmlformats.org/drawingml/2006/main">
            <a:pPr algn="l">
              <a:defRPr sz="2325" b="1">
                <a:solidFill>
                  <a:srgbClr val="172C33"/>
                </a:solidFill>
                <a:latin typeface="DejaVu Sans"/>
                <a:ea typeface="DejaVu Sans"/>
                <a:cs typeface="DejaVu Sans"/>
              </a:defRPr>
            </a:pPr>
            <a:r>
              <a:rPr sz="2325" b="1">
                <a:solidFill>
                  <a:srgbClr val="172C33"/>
                </a:solidFill>
                <a:latin typeface="DejaVu Sans"/>
                <a:ea typeface="DejaVu Sans"/>
                <a:cs typeface="DejaVu Sans"/>
              </a:rPr>
              <a:t>Языковая модель: работа с языком</a:t>
            </a:r>
          </a:p>
        </p:txBody>
      </p:sp>
      <p:sp>
        <p:nvSpPr>
          <p:cNvPr id="8" name="">
            <a:extLst xmlns:a="http://schemas.openxmlformats.org/drawingml/2006/main">
              <a:ext uri="{FF2B5EF4-FFF2-40B4-BE49-F238E27FC236}">
                <a16:creationId xmlns:a16="http://schemas.microsoft.com/office/drawing/2014/main" id="{212F7E84-7688-4A3C-BF43-A8A705A2DC6B}"/>
              </a:ext>
            </a:extLst>
          </p:cNvPr>
          <p:cNvSpPr>
            <a:spLocks xmlns:a="http://schemas.openxmlformats.org/drawingml/2006/main" noGrp="1"/>
          </p:cNvSpPr>
          <p:nvPr/>
        </p:nvSpPr>
        <p:spPr>
          <a:xfrm xmlns:a="http://schemas.openxmlformats.org/drawingml/2006/main">
            <a:off x="8143875" y="3000375"/>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325" b="1">
                <a:solidFill>
                  <a:srgbClr val="BA4E31"/>
                </a:solidFill>
                <a:latin typeface="DejaVu Sans"/>
                <a:ea typeface="DejaVu Sans"/>
                <a:cs typeface="DejaVu Sans"/>
              </a:defRPr>
            </a:defPPr>
            <a:lvl1pPr algn="l">
              <a:defRPr sz="2325" b="1">
                <a:solidFill>
                  <a:srgbClr val="BA4E31"/>
                </a:solidFill>
                <a:latin typeface="DejaVu Sans"/>
                <a:ea typeface="DejaVu Sans"/>
                <a:cs typeface="DejaVu Sans"/>
              </a:defRPr>
            </a:lvl1pPr>
            <a:lvl2pPr algn="l">
              <a:defRPr sz="2325" b="1">
                <a:solidFill>
                  <a:srgbClr val="BA4E31"/>
                </a:solidFill>
                <a:latin typeface="DejaVu Sans"/>
                <a:ea typeface="DejaVu Sans"/>
                <a:cs typeface="DejaVu Sans"/>
              </a:defRPr>
            </a:lvl2pPr>
            <a:lvl3pPr algn="l">
              <a:defRPr sz="2325" b="1">
                <a:solidFill>
                  <a:srgbClr val="BA4E31"/>
                </a:solidFill>
                <a:latin typeface="DejaVu Sans"/>
                <a:ea typeface="DejaVu Sans"/>
                <a:cs typeface="DejaVu Sans"/>
              </a:defRPr>
            </a:lvl3pPr>
            <a:lvl4pPr algn="l">
              <a:defRPr sz="2325" b="1">
                <a:solidFill>
                  <a:srgbClr val="BA4E31"/>
                </a:solidFill>
                <a:latin typeface="DejaVu Sans"/>
                <a:ea typeface="DejaVu Sans"/>
                <a:cs typeface="DejaVu Sans"/>
              </a:defRPr>
            </a:lvl4pPr>
            <a:lvl5pPr algn="l">
              <a:defRPr sz="2325" b="1">
                <a:solidFill>
                  <a:srgbClr val="BA4E31"/>
                </a:solidFill>
                <a:latin typeface="DejaVu Sans"/>
                <a:ea typeface="DejaVu Sans"/>
                <a:cs typeface="DejaVu Sans"/>
              </a:defRPr>
            </a:lvl5pPr>
            <a:lvl6pPr algn="l">
              <a:defRPr sz="2325" b="1">
                <a:solidFill>
                  <a:srgbClr val="BA4E31"/>
                </a:solidFill>
                <a:latin typeface="DejaVu Sans"/>
                <a:ea typeface="DejaVu Sans"/>
                <a:cs typeface="DejaVu Sans"/>
              </a:defRPr>
            </a:lvl6pPr>
            <a:lvl7pPr algn="l">
              <a:defRPr sz="2325" b="1">
                <a:solidFill>
                  <a:srgbClr val="BA4E31"/>
                </a:solidFill>
                <a:latin typeface="DejaVu Sans"/>
                <a:ea typeface="DejaVu Sans"/>
                <a:cs typeface="DejaVu Sans"/>
              </a:defRPr>
            </a:lvl7pPr>
            <a:lvl8pPr algn="l">
              <a:defRPr sz="2325" b="1">
                <a:solidFill>
                  <a:srgbClr val="BA4E31"/>
                </a:solidFill>
                <a:latin typeface="DejaVu Sans"/>
                <a:ea typeface="DejaVu Sans"/>
                <a:cs typeface="DejaVu Sans"/>
              </a:defRPr>
            </a:lvl8pPr>
            <a:lvl9pPr algn="l">
              <a:defRPr sz="2325" b="1">
                <a:solidFill>
                  <a:srgbClr val="BA4E31"/>
                </a:solidFill>
                <a:latin typeface="DejaVu Sans"/>
                <a:ea typeface="DejaVu Sans"/>
                <a:cs typeface="DejaVu Sans"/>
              </a:defRPr>
            </a:lvl9pPr>
          </a:lstStyle>
          <a:p xmlns:a="http://schemas.openxmlformats.org/drawingml/2006/main">
            <a:pPr algn="l">
              <a:defRPr sz="2325" b="1">
                <a:solidFill>
                  <a:srgbClr val="BA4E31"/>
                </a:solidFill>
                <a:latin typeface="DejaVu Sans"/>
                <a:ea typeface="DejaVu Sans"/>
                <a:cs typeface="DejaVu Sans"/>
              </a:defRPr>
            </a:pPr>
            <a:r>
              <a:rPr sz="2325" b="1">
                <a:solidFill>
                  <a:srgbClr val="BA4E31"/>
                </a:solidFill>
                <a:latin typeface="DejaVu Sans"/>
                <a:ea typeface="DejaVu Sans"/>
                <a:cs typeface="DejaVu Sans"/>
              </a:rPr>
              <a:t>Приложение: задача, данные и инструменты</a:t>
            </a:r>
          </a:p>
        </p:txBody>
      </p:sp>
      <p:sp>
        <p:nvSpPr>
          <p:cNvPr id="9" name="">
            <a:extLst xmlns:a="http://schemas.openxmlformats.org/drawingml/2006/main">
              <a:ext uri="{FF2B5EF4-FFF2-40B4-BE49-F238E27FC236}">
                <a16:creationId xmlns:a16="http://schemas.microsoft.com/office/drawing/2014/main" id="{2476B863-B7B9-4073-8280-F722AC8C506D}"/>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0" name="">
            <a:extLst xmlns:a="http://schemas.openxmlformats.org/drawingml/2006/main">
              <a:ext uri="{FF2B5EF4-FFF2-40B4-BE49-F238E27FC236}">
                <a16:creationId xmlns:a16="http://schemas.microsoft.com/office/drawing/2014/main" id="{7FF3D470-DDE4-4B26-85A1-77B6458AC103}"/>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В курсе мы изучаем программы, использующие языковую модель.</a:t>
            </a:r>
          </a:p>
        </p:txBody>
      </p:sp>
      <p:sp>
        <p:nvSpPr>
          <p:cNvPr id="11" name="">
            <a:extLst xmlns:a="http://schemas.openxmlformats.org/drawingml/2006/main">
              <a:ext uri="{FF2B5EF4-FFF2-40B4-BE49-F238E27FC236}">
                <a16:creationId xmlns:a16="http://schemas.microsoft.com/office/drawing/2014/main" id="{48C00241-0A81-4723-B181-E039D3F62383}"/>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4 / 32</a:t>
            </a:r>
          </a:p>
        </p:txBody>
      </p:sp>
    </p:spTree>
    <p:extLst>
      <p:ext uri="{BB962C8B-B14F-4D97-AF65-F5344CB8AC3E}">
        <p14:creationId xmlns:p14="http://schemas.microsoft.com/office/powerpoint/2010/main" val="1440752157"/>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42B8F6-E211-49A0-983F-4AEBB10A7278}"/>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4E5E9D70-5CAA-4BAC-8C9A-5D8B2CE08D06}"/>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Чат как способ общения</a:t>
            </a:r>
          </a:p>
        </p:txBody>
      </p:sp>
      <p:sp>
        <p:nvSpPr>
          <p:cNvPr id="3" name="">
            <a:extLst xmlns:a="http://schemas.openxmlformats.org/drawingml/2006/main">
              <a:ext uri="{FF2B5EF4-FFF2-40B4-BE49-F238E27FC236}">
                <a16:creationId xmlns:a16="http://schemas.microsoft.com/office/drawing/2014/main" id="{A95E6ABE-0BBF-4A88-8B54-9D06EE306B4A}"/>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Окно сообщений само по себе не определяет устройство системы.</a:t>
            </a:r>
          </a:p>
        </p:txBody>
      </p:sp>
      <p:sp>
        <p:nvSpPr>
          <p:cNvPr id="4" name="">
            <a:extLst xmlns:a="http://schemas.openxmlformats.org/drawingml/2006/main">
              <a:ext uri="{FF2B5EF4-FFF2-40B4-BE49-F238E27FC236}">
                <a16:creationId xmlns:a16="http://schemas.microsoft.com/office/drawing/2014/main" id="{67EDC9A2-6BD3-4545-81B6-D76D2AEC5744}"/>
              </a:ext>
            </a:extLst>
          </p:cNvPr>
          <p:cNvSpPr>
            <a:spLocks xmlns:a="http://schemas.openxmlformats.org/drawingml/2006/main" noGrp="1"/>
          </p:cNvSpPr>
          <p:nvPr/>
        </p:nvSpPr>
        <p:spPr>
          <a:xfrm xmlns:a="http://schemas.openxmlformats.org/drawingml/2006/main">
            <a:off x="952500" y="2619375"/>
            <a:ext cx="904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625" b="1">
                <a:solidFill>
                  <a:srgbClr val="6756A0"/>
                </a:solidFill>
                <a:latin typeface="DejaVu Sans"/>
                <a:ea typeface="DejaVu Sans"/>
                <a:cs typeface="DejaVu Sans"/>
              </a:defRPr>
            </a:defPPr>
            <a:lvl1pPr algn="l">
              <a:defRPr sz="2625" b="1">
                <a:solidFill>
                  <a:srgbClr val="6756A0"/>
                </a:solidFill>
                <a:latin typeface="DejaVu Sans"/>
                <a:ea typeface="DejaVu Sans"/>
                <a:cs typeface="DejaVu Sans"/>
              </a:defRPr>
            </a:lvl1pPr>
            <a:lvl2pPr algn="l">
              <a:defRPr sz="2625" b="1">
                <a:solidFill>
                  <a:srgbClr val="6756A0"/>
                </a:solidFill>
                <a:latin typeface="DejaVu Sans"/>
                <a:ea typeface="DejaVu Sans"/>
                <a:cs typeface="DejaVu Sans"/>
              </a:defRPr>
            </a:lvl2pPr>
            <a:lvl3pPr algn="l">
              <a:defRPr sz="2625" b="1">
                <a:solidFill>
                  <a:srgbClr val="6756A0"/>
                </a:solidFill>
                <a:latin typeface="DejaVu Sans"/>
                <a:ea typeface="DejaVu Sans"/>
                <a:cs typeface="DejaVu Sans"/>
              </a:defRPr>
            </a:lvl3pPr>
            <a:lvl4pPr algn="l">
              <a:defRPr sz="2625" b="1">
                <a:solidFill>
                  <a:srgbClr val="6756A0"/>
                </a:solidFill>
                <a:latin typeface="DejaVu Sans"/>
                <a:ea typeface="DejaVu Sans"/>
                <a:cs typeface="DejaVu Sans"/>
              </a:defRPr>
            </a:lvl4pPr>
            <a:lvl5pPr algn="l">
              <a:defRPr sz="2625" b="1">
                <a:solidFill>
                  <a:srgbClr val="6756A0"/>
                </a:solidFill>
                <a:latin typeface="DejaVu Sans"/>
                <a:ea typeface="DejaVu Sans"/>
                <a:cs typeface="DejaVu Sans"/>
              </a:defRPr>
            </a:lvl5pPr>
            <a:lvl6pPr algn="l">
              <a:defRPr sz="2625" b="1">
                <a:solidFill>
                  <a:srgbClr val="6756A0"/>
                </a:solidFill>
                <a:latin typeface="DejaVu Sans"/>
                <a:ea typeface="DejaVu Sans"/>
                <a:cs typeface="DejaVu Sans"/>
              </a:defRPr>
            </a:lvl6pPr>
            <a:lvl7pPr algn="l">
              <a:defRPr sz="2625" b="1">
                <a:solidFill>
                  <a:srgbClr val="6756A0"/>
                </a:solidFill>
                <a:latin typeface="DejaVu Sans"/>
                <a:ea typeface="DejaVu Sans"/>
                <a:cs typeface="DejaVu Sans"/>
              </a:defRPr>
            </a:lvl7pPr>
            <a:lvl8pPr algn="l">
              <a:defRPr sz="2625" b="1">
                <a:solidFill>
                  <a:srgbClr val="6756A0"/>
                </a:solidFill>
                <a:latin typeface="DejaVu Sans"/>
                <a:ea typeface="DejaVu Sans"/>
                <a:cs typeface="DejaVu Sans"/>
              </a:defRPr>
            </a:lvl8pPr>
            <a:lvl9pPr algn="l">
              <a:defRPr sz="2625" b="1">
                <a:solidFill>
                  <a:srgbClr val="6756A0"/>
                </a:solidFill>
                <a:latin typeface="DejaVu Sans"/>
                <a:ea typeface="DejaVu Sans"/>
                <a:cs typeface="DejaVu Sans"/>
              </a:defRPr>
            </a:lvl9pPr>
          </a:lstStyle>
          <a:p xmlns:a="http://schemas.openxmlformats.org/drawingml/2006/main">
            <a:pPr algn="l">
              <a:defRPr sz="2625" b="1">
                <a:solidFill>
                  <a:srgbClr val="6756A0"/>
                </a:solidFill>
                <a:latin typeface="DejaVu Sans"/>
                <a:ea typeface="DejaVu Sans"/>
                <a:cs typeface="DejaVu Sans"/>
              </a:defRPr>
            </a:pPr>
            <a:r>
              <a:rPr sz="2625" b="1">
                <a:solidFill>
                  <a:srgbClr val="6756A0"/>
                </a:solidFill>
                <a:latin typeface="DejaVu Sans"/>
                <a:ea typeface="DejaVu Sans"/>
                <a:cs typeface="DejaVu Sans"/>
              </a:rPr>
              <a:t>Человек: «Как получить справку?»</a:t>
            </a:r>
          </a:p>
        </p:txBody>
      </p:sp>
      <p:sp>
        <p:nvSpPr>
          <p:cNvPr id="5" name="">
            <a:extLst xmlns:a="http://schemas.openxmlformats.org/drawingml/2006/main">
              <a:ext uri="{FF2B5EF4-FFF2-40B4-BE49-F238E27FC236}">
                <a16:creationId xmlns:a16="http://schemas.microsoft.com/office/drawing/2014/main" id="{D1F7F33A-B531-4026-B440-25219B2E7C14}"/>
              </a:ext>
            </a:extLst>
          </p:cNvPr>
          <p:cNvSpPr>
            <a:spLocks xmlns:a="http://schemas.openxmlformats.org/drawingml/2006/main" noGrp="1"/>
          </p:cNvSpPr>
          <p:nvPr/>
        </p:nvSpPr>
        <p:spPr>
          <a:xfrm xmlns:a="http://schemas.openxmlformats.org/drawingml/2006/main">
            <a:off x="952500" y="3571875"/>
            <a:ext cx="10287000" cy="0"/>
          </a:xfrm>
          <a:prstGeom xmlns:a="http://schemas.openxmlformats.org/drawingml/2006/main" prst="line">
            <a:avLst/>
          </a:prstGeom>
          <a:noFill xmlns:a="http://schemas.openxmlformats.org/drawingml/2006/main"/>
          <a:ln xmlns:a="http://schemas.openxmlformats.org/drawingml/2006/main" w="19050">
            <a:solidFill>
              <a:srgbClr val="C7D2CF"/>
            </a:solidFill>
            <a:prstDash val="solid"/>
          </a:ln>
        </p:spPr>
      </p:sp>
      <p:sp>
        <p:nvSpPr>
          <p:cNvPr id="6" name="">
            <a:extLst xmlns:a="http://schemas.openxmlformats.org/drawingml/2006/main">
              <a:ext uri="{FF2B5EF4-FFF2-40B4-BE49-F238E27FC236}">
                <a16:creationId xmlns:a16="http://schemas.microsoft.com/office/drawing/2014/main" id="{B4A22798-85FE-4CAB-85A1-C713D05AFCA4}"/>
              </a:ext>
            </a:extLst>
          </p:cNvPr>
          <p:cNvSpPr>
            <a:spLocks xmlns:a="http://schemas.openxmlformats.org/drawingml/2006/main" noGrp="1"/>
          </p:cNvSpPr>
          <p:nvPr/>
        </p:nvSpPr>
        <p:spPr>
          <a:xfrm xmlns:a="http://schemas.openxmlformats.org/drawingml/2006/main">
            <a:off x="2000250" y="385762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625" b="1">
                <a:solidFill>
                  <a:srgbClr val="087F83"/>
                </a:solidFill>
                <a:latin typeface="DejaVu Sans"/>
                <a:ea typeface="DejaVu Sans"/>
                <a:cs typeface="DejaVu Sans"/>
              </a:defRPr>
            </a:defPPr>
            <a:lvl1pPr algn="l">
              <a:defRPr sz="2625" b="1">
                <a:solidFill>
                  <a:srgbClr val="087F83"/>
                </a:solidFill>
                <a:latin typeface="DejaVu Sans"/>
                <a:ea typeface="DejaVu Sans"/>
                <a:cs typeface="DejaVu Sans"/>
              </a:defRPr>
            </a:lvl1pPr>
            <a:lvl2pPr algn="l">
              <a:defRPr sz="2625" b="1">
                <a:solidFill>
                  <a:srgbClr val="087F83"/>
                </a:solidFill>
                <a:latin typeface="DejaVu Sans"/>
                <a:ea typeface="DejaVu Sans"/>
                <a:cs typeface="DejaVu Sans"/>
              </a:defRPr>
            </a:lvl2pPr>
            <a:lvl3pPr algn="l">
              <a:defRPr sz="2625" b="1">
                <a:solidFill>
                  <a:srgbClr val="087F83"/>
                </a:solidFill>
                <a:latin typeface="DejaVu Sans"/>
                <a:ea typeface="DejaVu Sans"/>
                <a:cs typeface="DejaVu Sans"/>
              </a:defRPr>
            </a:lvl3pPr>
            <a:lvl4pPr algn="l">
              <a:defRPr sz="2625" b="1">
                <a:solidFill>
                  <a:srgbClr val="087F83"/>
                </a:solidFill>
                <a:latin typeface="DejaVu Sans"/>
                <a:ea typeface="DejaVu Sans"/>
                <a:cs typeface="DejaVu Sans"/>
              </a:defRPr>
            </a:lvl4pPr>
            <a:lvl5pPr algn="l">
              <a:defRPr sz="2625" b="1">
                <a:solidFill>
                  <a:srgbClr val="087F83"/>
                </a:solidFill>
                <a:latin typeface="DejaVu Sans"/>
                <a:ea typeface="DejaVu Sans"/>
                <a:cs typeface="DejaVu Sans"/>
              </a:defRPr>
            </a:lvl5pPr>
            <a:lvl6pPr algn="l">
              <a:defRPr sz="2625" b="1">
                <a:solidFill>
                  <a:srgbClr val="087F83"/>
                </a:solidFill>
                <a:latin typeface="DejaVu Sans"/>
                <a:ea typeface="DejaVu Sans"/>
                <a:cs typeface="DejaVu Sans"/>
              </a:defRPr>
            </a:lvl6pPr>
            <a:lvl7pPr algn="l">
              <a:defRPr sz="2625" b="1">
                <a:solidFill>
                  <a:srgbClr val="087F83"/>
                </a:solidFill>
                <a:latin typeface="DejaVu Sans"/>
                <a:ea typeface="DejaVu Sans"/>
                <a:cs typeface="DejaVu Sans"/>
              </a:defRPr>
            </a:lvl7pPr>
            <a:lvl8pPr algn="l">
              <a:defRPr sz="2625" b="1">
                <a:solidFill>
                  <a:srgbClr val="087F83"/>
                </a:solidFill>
                <a:latin typeface="DejaVu Sans"/>
                <a:ea typeface="DejaVu Sans"/>
                <a:cs typeface="DejaVu Sans"/>
              </a:defRPr>
            </a:lvl8pPr>
            <a:lvl9pPr algn="l">
              <a:defRPr sz="2625" b="1">
                <a:solidFill>
                  <a:srgbClr val="087F83"/>
                </a:solidFill>
                <a:latin typeface="DejaVu Sans"/>
                <a:ea typeface="DejaVu Sans"/>
                <a:cs typeface="DejaVu Sans"/>
              </a:defRPr>
            </a:lvl9pPr>
          </a:lstStyle>
          <a:p xmlns:a="http://schemas.openxmlformats.org/drawingml/2006/main">
            <a:pPr algn="l">
              <a:defRPr sz="2625" b="1">
                <a:solidFill>
                  <a:srgbClr val="087F83"/>
                </a:solidFill>
                <a:latin typeface="DejaVu Sans"/>
                <a:ea typeface="DejaVu Sans"/>
                <a:cs typeface="DejaVu Sans"/>
              </a:defRPr>
            </a:pPr>
            <a:r>
              <a:rPr sz="2625" b="1">
                <a:solidFill>
                  <a:srgbClr val="087F83"/>
                </a:solidFill>
                <a:latin typeface="DejaVu Sans"/>
                <a:ea typeface="DejaVu Sans"/>
                <a:cs typeface="DejaVu Sans"/>
              </a:rPr>
              <a:t>Модель: текстовый ответ</a:t>
            </a:r>
          </a:p>
        </p:txBody>
      </p:sp>
      <p:sp>
        <p:nvSpPr>
          <p:cNvPr id="7" name="">
            <a:extLst xmlns:a="http://schemas.openxmlformats.org/drawingml/2006/main">
              <a:ext uri="{FF2B5EF4-FFF2-40B4-BE49-F238E27FC236}">
                <a16:creationId xmlns:a16="http://schemas.microsoft.com/office/drawing/2014/main" id="{9CD04A09-0CDF-4946-AF6E-55839C17C577}"/>
              </a:ext>
            </a:extLst>
          </p:cNvPr>
          <p:cNvSpPr>
            <a:spLocks xmlns:a="http://schemas.openxmlformats.org/drawingml/2006/main" noGrp="1"/>
          </p:cNvSpPr>
          <p:nvPr/>
        </p:nvSpPr>
        <p:spPr>
          <a:xfrm xmlns:a="http://schemas.openxmlformats.org/drawingml/2006/main">
            <a:off x="952500" y="48577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025" b="0">
                <a:solidFill>
                  <a:srgbClr val="52686F"/>
                </a:solidFill>
                <a:latin typeface="DejaVu Sans"/>
                <a:ea typeface="DejaVu Sans"/>
                <a:cs typeface="DejaVu Sans"/>
              </a:defRPr>
            </a:defPPr>
            <a:lvl1pPr algn="l">
              <a:defRPr sz="2025" b="0">
                <a:solidFill>
                  <a:srgbClr val="52686F"/>
                </a:solidFill>
                <a:latin typeface="DejaVu Sans"/>
                <a:ea typeface="DejaVu Sans"/>
                <a:cs typeface="DejaVu Sans"/>
              </a:defRPr>
            </a:lvl1pPr>
            <a:lvl2pPr algn="l">
              <a:defRPr sz="2025" b="0">
                <a:solidFill>
                  <a:srgbClr val="52686F"/>
                </a:solidFill>
                <a:latin typeface="DejaVu Sans"/>
                <a:ea typeface="DejaVu Sans"/>
                <a:cs typeface="DejaVu Sans"/>
              </a:defRPr>
            </a:lvl2pPr>
            <a:lvl3pPr algn="l">
              <a:defRPr sz="2025" b="0">
                <a:solidFill>
                  <a:srgbClr val="52686F"/>
                </a:solidFill>
                <a:latin typeface="DejaVu Sans"/>
                <a:ea typeface="DejaVu Sans"/>
                <a:cs typeface="DejaVu Sans"/>
              </a:defRPr>
            </a:lvl3pPr>
            <a:lvl4pPr algn="l">
              <a:defRPr sz="2025" b="0">
                <a:solidFill>
                  <a:srgbClr val="52686F"/>
                </a:solidFill>
                <a:latin typeface="DejaVu Sans"/>
                <a:ea typeface="DejaVu Sans"/>
                <a:cs typeface="DejaVu Sans"/>
              </a:defRPr>
            </a:lvl4pPr>
            <a:lvl5pPr algn="l">
              <a:defRPr sz="2025" b="0">
                <a:solidFill>
                  <a:srgbClr val="52686F"/>
                </a:solidFill>
                <a:latin typeface="DejaVu Sans"/>
                <a:ea typeface="DejaVu Sans"/>
                <a:cs typeface="DejaVu Sans"/>
              </a:defRPr>
            </a:lvl5pPr>
            <a:lvl6pPr algn="l">
              <a:defRPr sz="2025" b="0">
                <a:solidFill>
                  <a:srgbClr val="52686F"/>
                </a:solidFill>
                <a:latin typeface="DejaVu Sans"/>
                <a:ea typeface="DejaVu Sans"/>
                <a:cs typeface="DejaVu Sans"/>
              </a:defRPr>
            </a:lvl6pPr>
            <a:lvl7pPr algn="l">
              <a:defRPr sz="2025" b="0">
                <a:solidFill>
                  <a:srgbClr val="52686F"/>
                </a:solidFill>
                <a:latin typeface="DejaVu Sans"/>
                <a:ea typeface="DejaVu Sans"/>
                <a:cs typeface="DejaVu Sans"/>
              </a:defRPr>
            </a:lvl7pPr>
            <a:lvl8pPr algn="l">
              <a:defRPr sz="2025" b="0">
                <a:solidFill>
                  <a:srgbClr val="52686F"/>
                </a:solidFill>
                <a:latin typeface="DejaVu Sans"/>
                <a:ea typeface="DejaVu Sans"/>
                <a:cs typeface="DejaVu Sans"/>
              </a:defRPr>
            </a:lvl8pPr>
            <a:lvl9pPr algn="l">
              <a:defRPr sz="2025" b="0">
                <a:solidFill>
                  <a:srgbClr val="52686F"/>
                </a:solidFill>
                <a:latin typeface="DejaVu Sans"/>
                <a:ea typeface="DejaVu Sans"/>
                <a:cs typeface="DejaVu Sans"/>
              </a:defRPr>
            </a:lvl9pPr>
          </a:lstStyle>
          <a:p xmlns:a="http://schemas.openxmlformats.org/drawingml/2006/main">
            <a:pPr algn="l">
              <a:defRPr sz="2025" b="0">
                <a:solidFill>
                  <a:srgbClr val="52686F"/>
                </a:solidFill>
                <a:latin typeface="DejaVu Sans"/>
                <a:ea typeface="DejaVu Sans"/>
                <a:cs typeface="DejaVu Sans"/>
              </a:defRPr>
            </a:pPr>
            <a:r>
              <a:rPr sz="2025" b="0">
                <a:solidFill>
                  <a:srgbClr val="52686F"/>
                </a:solidFill>
                <a:latin typeface="DejaVu Sans"/>
                <a:ea typeface="DejaVu Sans"/>
                <a:cs typeface="DejaVu Sans"/>
              </a:rPr>
              <a:t>Внутри чата может работать и агент</a:t>
            </a:r>
          </a:p>
        </p:txBody>
      </p:sp>
      <p:sp>
        <p:nvSpPr>
          <p:cNvPr id="8" name="">
            <a:extLst xmlns:a="http://schemas.openxmlformats.org/drawingml/2006/main">
              <a:ext uri="{FF2B5EF4-FFF2-40B4-BE49-F238E27FC236}">
                <a16:creationId xmlns:a16="http://schemas.microsoft.com/office/drawing/2014/main" id="{6AD49F2C-A9E1-4F46-8093-0AC567E426CB}"/>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9" name="">
            <a:extLst xmlns:a="http://schemas.openxmlformats.org/drawingml/2006/main">
              <a:ext uri="{FF2B5EF4-FFF2-40B4-BE49-F238E27FC236}">
                <a16:creationId xmlns:a16="http://schemas.microsoft.com/office/drawing/2014/main" id="{007D28D0-50E8-40D1-87BB-A8D809C5B859}"/>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Интерфейс и механизм выбора действий — разные вещи.</a:t>
            </a:r>
          </a:p>
        </p:txBody>
      </p:sp>
      <p:sp>
        <p:nvSpPr>
          <p:cNvPr id="10" name="">
            <a:extLst xmlns:a="http://schemas.openxmlformats.org/drawingml/2006/main">
              <a:ext uri="{FF2B5EF4-FFF2-40B4-BE49-F238E27FC236}">
                <a16:creationId xmlns:a16="http://schemas.microsoft.com/office/drawing/2014/main" id="{084D5129-5D93-4CBA-86BD-F7D8F41FDDB7}"/>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5 / 32</a:t>
            </a:r>
          </a:p>
        </p:txBody>
      </p:sp>
    </p:spTree>
    <p:extLst>
      <p:ext uri="{BB962C8B-B14F-4D97-AF65-F5344CB8AC3E}">
        <p14:creationId xmlns:p14="http://schemas.microsoft.com/office/powerpoint/2010/main" val="183557581"/>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AA15A2-BFD8-4688-85E9-FC7BB1A8AC94}"/>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3D061A2C-CD2D-4457-AC70-5BCC9CCF0474}"/>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Заданный процесс и LLM-агент</a:t>
            </a:r>
          </a:p>
        </p:txBody>
      </p:sp>
      <p:sp>
        <p:nvSpPr>
          <p:cNvPr id="3" name="">
            <a:extLst xmlns:a="http://schemas.openxmlformats.org/drawingml/2006/main">
              <a:ext uri="{FF2B5EF4-FFF2-40B4-BE49-F238E27FC236}">
                <a16:creationId xmlns:a16="http://schemas.microsoft.com/office/drawing/2014/main" id="{B29DE252-3134-4547-8E4A-75332E9A064E}"/>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LLM — большая языковая модель. Кто выбирает следующий шаг?</a:t>
            </a:r>
          </a:p>
        </p:txBody>
      </p:sp>
      <p:sp>
        <p:nvSpPr>
          <p:cNvPr id="4" name="">
            <a:extLst xmlns:a="http://schemas.openxmlformats.org/drawingml/2006/main">
              <a:ext uri="{FF2B5EF4-FFF2-40B4-BE49-F238E27FC236}">
                <a16:creationId xmlns:a16="http://schemas.microsoft.com/office/drawing/2014/main" id="{E2B9787C-C95E-4B13-B1DF-975B3414FA0D}"/>
              </a:ext>
            </a:extLst>
          </p:cNvPr>
          <p:cNvSpPr>
            <a:spLocks xmlns:a="http://schemas.openxmlformats.org/drawingml/2006/main" noGrp="1"/>
          </p:cNvSpPr>
          <p:nvPr/>
        </p:nvSpPr>
        <p:spPr>
          <a:xfrm xmlns:a="http://schemas.openxmlformats.org/drawingml/2006/main">
            <a:off x="809625" y="247650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550" b="1">
                <a:solidFill>
                  <a:srgbClr val="6756A0"/>
                </a:solidFill>
                <a:latin typeface="DejaVu Sans"/>
                <a:ea typeface="DejaVu Sans"/>
                <a:cs typeface="DejaVu Sans"/>
              </a:defRPr>
            </a:defPPr>
            <a:lvl1pPr algn="ctr">
              <a:defRPr sz="2550" b="1">
                <a:solidFill>
                  <a:srgbClr val="6756A0"/>
                </a:solidFill>
                <a:latin typeface="DejaVu Sans"/>
                <a:ea typeface="DejaVu Sans"/>
                <a:cs typeface="DejaVu Sans"/>
              </a:defRPr>
            </a:lvl1pPr>
            <a:lvl2pPr algn="ctr">
              <a:defRPr sz="2550" b="1">
                <a:solidFill>
                  <a:srgbClr val="6756A0"/>
                </a:solidFill>
                <a:latin typeface="DejaVu Sans"/>
                <a:ea typeface="DejaVu Sans"/>
                <a:cs typeface="DejaVu Sans"/>
              </a:defRPr>
            </a:lvl2pPr>
            <a:lvl3pPr algn="ctr">
              <a:defRPr sz="2550" b="1">
                <a:solidFill>
                  <a:srgbClr val="6756A0"/>
                </a:solidFill>
                <a:latin typeface="DejaVu Sans"/>
                <a:ea typeface="DejaVu Sans"/>
                <a:cs typeface="DejaVu Sans"/>
              </a:defRPr>
            </a:lvl3pPr>
            <a:lvl4pPr algn="ctr">
              <a:defRPr sz="2550" b="1">
                <a:solidFill>
                  <a:srgbClr val="6756A0"/>
                </a:solidFill>
                <a:latin typeface="DejaVu Sans"/>
                <a:ea typeface="DejaVu Sans"/>
                <a:cs typeface="DejaVu Sans"/>
              </a:defRPr>
            </a:lvl4pPr>
            <a:lvl5pPr algn="ctr">
              <a:defRPr sz="2550" b="1">
                <a:solidFill>
                  <a:srgbClr val="6756A0"/>
                </a:solidFill>
                <a:latin typeface="DejaVu Sans"/>
                <a:ea typeface="DejaVu Sans"/>
                <a:cs typeface="DejaVu Sans"/>
              </a:defRPr>
            </a:lvl5pPr>
            <a:lvl6pPr algn="ctr">
              <a:defRPr sz="2550" b="1">
                <a:solidFill>
                  <a:srgbClr val="6756A0"/>
                </a:solidFill>
                <a:latin typeface="DejaVu Sans"/>
                <a:ea typeface="DejaVu Sans"/>
                <a:cs typeface="DejaVu Sans"/>
              </a:defRPr>
            </a:lvl6pPr>
            <a:lvl7pPr algn="ctr">
              <a:defRPr sz="2550" b="1">
                <a:solidFill>
                  <a:srgbClr val="6756A0"/>
                </a:solidFill>
                <a:latin typeface="DejaVu Sans"/>
                <a:ea typeface="DejaVu Sans"/>
                <a:cs typeface="DejaVu Sans"/>
              </a:defRPr>
            </a:lvl7pPr>
            <a:lvl8pPr algn="ctr">
              <a:defRPr sz="2550" b="1">
                <a:solidFill>
                  <a:srgbClr val="6756A0"/>
                </a:solidFill>
                <a:latin typeface="DejaVu Sans"/>
                <a:ea typeface="DejaVu Sans"/>
                <a:cs typeface="DejaVu Sans"/>
              </a:defRPr>
            </a:lvl8pPr>
            <a:lvl9pPr algn="ctr">
              <a:defRPr sz="2550" b="1">
                <a:solidFill>
                  <a:srgbClr val="6756A0"/>
                </a:solidFill>
                <a:latin typeface="DejaVu Sans"/>
                <a:ea typeface="DejaVu Sans"/>
                <a:cs typeface="DejaVu Sans"/>
              </a:defRPr>
            </a:lvl9pPr>
          </a:lstStyle>
          <a:p xmlns:a="http://schemas.openxmlformats.org/drawingml/2006/main">
            <a:pPr algn="ctr">
              <a:defRPr sz="2550" b="1">
                <a:solidFill>
                  <a:srgbClr val="6756A0"/>
                </a:solidFill>
                <a:latin typeface="DejaVu Sans"/>
                <a:ea typeface="DejaVu Sans"/>
                <a:cs typeface="DejaVu Sans"/>
              </a:defRPr>
            </a:pPr>
            <a:r>
              <a:rPr sz="2550" b="1">
                <a:solidFill>
                  <a:srgbClr val="6756A0"/>
                </a:solidFill>
                <a:latin typeface="DejaVu Sans"/>
                <a:ea typeface="DejaVu Sans"/>
                <a:cs typeface="DejaVu Sans"/>
              </a:rPr>
              <a:t>Процесс</a:t>
            </a:r>
          </a:p>
          <a:p xmlns:a="http://schemas.openxmlformats.org/drawingml/2006/main">
            <a:pPr algn="ctr">
              <a:defRPr sz="2550" b="1">
                <a:solidFill>
                  <a:srgbClr val="6756A0"/>
                </a:solidFill>
                <a:latin typeface="DejaVu Sans"/>
                <a:ea typeface="DejaVu Sans"/>
                <a:cs typeface="DejaVu Sans"/>
              </a:defRPr>
            </a:pPr>
            <a:r>
              <a:rPr sz="2550" b="1">
                <a:solidFill>
                  <a:srgbClr val="6756A0"/>
                </a:solidFill>
                <a:latin typeface="DejaVu Sans"/>
                <a:ea typeface="DejaVu Sans"/>
                <a:cs typeface="DejaVu Sans"/>
              </a:rPr>
              <a:t>порядок задан кодом</a:t>
            </a:r>
          </a:p>
        </p:txBody>
      </p:sp>
      <p:sp>
        <p:nvSpPr>
          <p:cNvPr id="5" name="">
            <a:extLst xmlns:a="http://schemas.openxmlformats.org/drawingml/2006/main">
              <a:ext uri="{FF2B5EF4-FFF2-40B4-BE49-F238E27FC236}">
                <a16:creationId xmlns:a16="http://schemas.microsoft.com/office/drawing/2014/main" id="{6C4F30DF-B689-4E90-AAD4-D081F9C035F6}"/>
              </a:ext>
            </a:extLst>
          </p:cNvPr>
          <p:cNvSpPr>
            <a:spLocks xmlns:a="http://schemas.openxmlformats.org/drawingml/2006/main" noGrp="1"/>
          </p:cNvSpPr>
          <p:nvPr/>
        </p:nvSpPr>
        <p:spPr>
          <a:xfrm xmlns:a="http://schemas.openxmlformats.org/drawingml/2006/main">
            <a:off x="6619875" y="247650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550" b="1">
                <a:solidFill>
                  <a:srgbClr val="087F83"/>
                </a:solidFill>
                <a:latin typeface="DejaVu Sans"/>
                <a:ea typeface="DejaVu Sans"/>
                <a:cs typeface="DejaVu Sans"/>
              </a:defRPr>
            </a:defPPr>
            <a:lvl1pPr algn="ctr">
              <a:defRPr sz="2550" b="1">
                <a:solidFill>
                  <a:srgbClr val="087F83"/>
                </a:solidFill>
                <a:latin typeface="DejaVu Sans"/>
                <a:ea typeface="DejaVu Sans"/>
                <a:cs typeface="DejaVu Sans"/>
              </a:defRPr>
            </a:lvl1pPr>
            <a:lvl2pPr algn="ctr">
              <a:defRPr sz="2550" b="1">
                <a:solidFill>
                  <a:srgbClr val="087F83"/>
                </a:solidFill>
                <a:latin typeface="DejaVu Sans"/>
                <a:ea typeface="DejaVu Sans"/>
                <a:cs typeface="DejaVu Sans"/>
              </a:defRPr>
            </a:lvl2pPr>
            <a:lvl3pPr algn="ctr">
              <a:defRPr sz="2550" b="1">
                <a:solidFill>
                  <a:srgbClr val="087F83"/>
                </a:solidFill>
                <a:latin typeface="DejaVu Sans"/>
                <a:ea typeface="DejaVu Sans"/>
                <a:cs typeface="DejaVu Sans"/>
              </a:defRPr>
            </a:lvl3pPr>
            <a:lvl4pPr algn="ctr">
              <a:defRPr sz="2550" b="1">
                <a:solidFill>
                  <a:srgbClr val="087F83"/>
                </a:solidFill>
                <a:latin typeface="DejaVu Sans"/>
                <a:ea typeface="DejaVu Sans"/>
                <a:cs typeface="DejaVu Sans"/>
              </a:defRPr>
            </a:lvl4pPr>
            <a:lvl5pPr algn="ctr">
              <a:defRPr sz="2550" b="1">
                <a:solidFill>
                  <a:srgbClr val="087F83"/>
                </a:solidFill>
                <a:latin typeface="DejaVu Sans"/>
                <a:ea typeface="DejaVu Sans"/>
                <a:cs typeface="DejaVu Sans"/>
              </a:defRPr>
            </a:lvl5pPr>
            <a:lvl6pPr algn="ctr">
              <a:defRPr sz="2550" b="1">
                <a:solidFill>
                  <a:srgbClr val="087F83"/>
                </a:solidFill>
                <a:latin typeface="DejaVu Sans"/>
                <a:ea typeface="DejaVu Sans"/>
                <a:cs typeface="DejaVu Sans"/>
              </a:defRPr>
            </a:lvl6pPr>
            <a:lvl7pPr algn="ctr">
              <a:defRPr sz="2550" b="1">
                <a:solidFill>
                  <a:srgbClr val="087F83"/>
                </a:solidFill>
                <a:latin typeface="DejaVu Sans"/>
                <a:ea typeface="DejaVu Sans"/>
                <a:cs typeface="DejaVu Sans"/>
              </a:defRPr>
            </a:lvl7pPr>
            <a:lvl8pPr algn="ctr">
              <a:defRPr sz="2550" b="1">
                <a:solidFill>
                  <a:srgbClr val="087F83"/>
                </a:solidFill>
                <a:latin typeface="DejaVu Sans"/>
                <a:ea typeface="DejaVu Sans"/>
                <a:cs typeface="DejaVu Sans"/>
              </a:defRPr>
            </a:lvl8pPr>
            <a:lvl9pPr algn="ctr">
              <a:defRPr sz="2550" b="1">
                <a:solidFill>
                  <a:srgbClr val="087F83"/>
                </a:solidFill>
                <a:latin typeface="DejaVu Sans"/>
                <a:ea typeface="DejaVu Sans"/>
                <a:cs typeface="DejaVu Sans"/>
              </a:defRPr>
            </a:lvl9pPr>
          </a:lstStyle>
          <a:p xmlns:a="http://schemas.openxmlformats.org/drawingml/2006/main">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LLM-агент</a:t>
            </a:r>
          </a:p>
          <a:p xmlns:a="http://schemas.openxmlformats.org/drawingml/2006/main">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шаг выбирает модель</a:t>
            </a:r>
          </a:p>
        </p:txBody>
      </p:sp>
      <p:sp>
        <p:nvSpPr>
          <p:cNvPr id="6" name="">
            <a:extLst xmlns:a="http://schemas.openxmlformats.org/drawingml/2006/main">
              <a:ext uri="{FF2B5EF4-FFF2-40B4-BE49-F238E27FC236}">
                <a16:creationId xmlns:a16="http://schemas.microsoft.com/office/drawing/2014/main" id="{3EEBF5AB-A4CA-4B10-83A8-3A2C5088C43C}"/>
              </a:ext>
            </a:extLst>
          </p:cNvPr>
          <p:cNvSpPr>
            <a:spLocks xmlns:a="http://schemas.openxmlformats.org/drawingml/2006/main" noGrp="1"/>
          </p:cNvSpPr>
          <p:nvPr/>
        </p:nvSpPr>
        <p:spPr>
          <a:xfrm xmlns:a="http://schemas.openxmlformats.org/drawingml/2006/main">
            <a:off x="809625" y="4048125"/>
            <a:ext cx="4762500" cy="1000125"/>
          </a:xfrm>
          <a:prstGeom xmlns:a="http://schemas.openxmlformats.org/drawingml/2006/main" prst="roundRect">
            <a:avLst>
              <a:gd name="adj" fmla="val 7619"/>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Поиск, срок, черновик</a:t>
            </a:r>
          </a:p>
        </p:txBody>
      </p:sp>
      <p:sp>
        <p:nvSpPr>
          <p:cNvPr id="7" name="">
            <a:extLst xmlns:a="http://schemas.openxmlformats.org/drawingml/2006/main">
              <a:ext uri="{FF2B5EF4-FFF2-40B4-BE49-F238E27FC236}">
                <a16:creationId xmlns:a16="http://schemas.microsoft.com/office/drawing/2014/main" id="{860AF46D-D85C-4A1F-8A64-7A9583BC0292}"/>
              </a:ext>
            </a:extLst>
          </p:cNvPr>
          <p:cNvSpPr>
            <a:spLocks xmlns:a="http://schemas.openxmlformats.org/drawingml/2006/main" noGrp="1"/>
          </p:cNvSpPr>
          <p:nvPr/>
        </p:nvSpPr>
        <p:spPr>
          <a:xfrm xmlns:a="http://schemas.openxmlformats.org/drawingml/2006/main">
            <a:off x="6619875" y="4048125"/>
            <a:ext cx="4762500" cy="1000125"/>
          </a:xfrm>
          <a:prstGeom xmlns:a="http://schemas.openxmlformats.org/drawingml/2006/main" prst="roundRect">
            <a:avLst>
              <a:gd name="adj" fmla="val 7619"/>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Поиск, уточнение или другой шаг</a:t>
            </a:r>
          </a:p>
        </p:txBody>
      </p:sp>
      <p:sp>
        <p:nvSpPr>
          <p:cNvPr id="8" name="">
            <a:extLst xmlns:a="http://schemas.openxmlformats.org/drawingml/2006/main">
              <a:ext uri="{FF2B5EF4-FFF2-40B4-BE49-F238E27FC236}">
                <a16:creationId xmlns:a16="http://schemas.microsoft.com/office/drawing/2014/main" id="{5A640603-267C-42FE-B158-D93886E9B2CB}"/>
              </a:ext>
            </a:extLst>
          </p:cNvPr>
          <p:cNvSpPr>
            <a:spLocks xmlns:a="http://schemas.openxmlformats.org/drawingml/2006/main" noGrp="1"/>
          </p:cNvSpPr>
          <p:nvPr/>
        </p:nvSpPr>
        <p:spPr>
          <a:xfrm xmlns:a="http://schemas.openxmlformats.org/drawingml/2006/main">
            <a:off x="6096000" y="2476500"/>
            <a:ext cx="0" cy="2571750"/>
          </a:xfrm>
          <a:prstGeom xmlns:a="http://schemas.openxmlformats.org/drawingml/2006/main" prst="line">
            <a:avLst/>
          </a:prstGeom>
          <a:noFill xmlns:a="http://schemas.openxmlformats.org/drawingml/2006/main"/>
          <a:ln xmlns:a="http://schemas.openxmlformats.org/drawingml/2006/main" w="19050">
            <a:solidFill>
              <a:srgbClr val="C8D1CF"/>
            </a:solidFill>
            <a:prstDash val="solid"/>
          </a:ln>
        </p:spPr>
      </p:sp>
      <p:sp>
        <p:nvSpPr>
          <p:cNvPr id="9" name="">
            <a:extLst xmlns:a="http://schemas.openxmlformats.org/drawingml/2006/main">
              <a:ext uri="{FF2B5EF4-FFF2-40B4-BE49-F238E27FC236}">
                <a16:creationId xmlns:a16="http://schemas.microsoft.com/office/drawing/2014/main" id="{EB039BD4-BDB7-4041-B7FD-4FFB3AB78F76}"/>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0" name="">
            <a:extLst xmlns:a="http://schemas.openxmlformats.org/drawingml/2006/main">
              <a:ext uri="{FF2B5EF4-FFF2-40B4-BE49-F238E27FC236}">
                <a16:creationId xmlns:a16="http://schemas.microsoft.com/office/drawing/2014/main" id="{7E7345F8-9AC5-48E8-A173-77F6CA1BEA43}"/>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Оба подхода могут иметь развилки и использовать инструменты.</a:t>
            </a:r>
          </a:p>
        </p:txBody>
      </p:sp>
      <p:sp>
        <p:nvSpPr>
          <p:cNvPr id="11" name="">
            <a:extLst xmlns:a="http://schemas.openxmlformats.org/drawingml/2006/main">
              <a:ext uri="{FF2B5EF4-FFF2-40B4-BE49-F238E27FC236}">
                <a16:creationId xmlns:a16="http://schemas.microsoft.com/office/drawing/2014/main" id="{57E384F9-F6E9-44FC-9111-7C64303CBC90}"/>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6 / 32</a:t>
            </a:r>
          </a:p>
        </p:txBody>
      </p:sp>
    </p:spTree>
    <p:extLst>
      <p:ext uri="{BB962C8B-B14F-4D97-AF65-F5344CB8AC3E}">
        <p14:creationId xmlns:p14="http://schemas.microsoft.com/office/powerpoint/2010/main" val="207837350"/>
      </p:ext>
    </p:extLst>
  </p:cSld>
</p:sld>
</file>

<file path=ppt/slides/slide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BDC26EE-E139-4C9F-ACC4-AF41CD27A638}"/>
              </a:ext>
            </a:extLst>
          </p:cNvPr>
          <p:cNvCxnSpPr>
            <a:stCxn xmlns:a="http://schemas.openxmlformats.org/drawingml/2006/main" id="5" idx="3"/>
            <a:endCxn xmlns:a="http://schemas.openxmlformats.org/drawingml/2006/main" id="7" idx="0"/>
          </p:cNvCxnSpPr>
          <p:nvPr/>
        </p:nvCxnSpPr>
        <p:spPr>
          <a:xfrm xmlns:a="http://schemas.openxmlformats.org/drawingml/2006/main">
            <a:off x="790575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261CCDAC-E8AA-4BD1-B4A4-EFCAE5FB0046}"/>
              </a:ext>
            </a:extLst>
          </p:cNvPr>
          <p:cNvCxnSpPr>
            <a:stCxn xmlns:a="http://schemas.openxmlformats.org/drawingml/2006/main" id="5" idx="1"/>
            <a:endCxn xmlns:a="http://schemas.openxmlformats.org/drawingml/2006/main" id="6" idx="0"/>
          </p:cNvCxnSpPr>
          <p:nvPr/>
        </p:nvCxnSpPr>
        <p:spPr>
          <a:xfrm xmlns:a="http://schemas.openxmlformats.org/drawingml/2006/main" flipH="1">
            <a:off x="323850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07BF0223-C55C-4D92-A76C-DC52F392A49C}"/>
              </a:ext>
            </a:extLst>
          </p:cNvPr>
          <p:cNvCxnSpPr>
            <a:stCxn xmlns:a="http://schemas.openxmlformats.org/drawingml/2006/main" id="4" idx="2"/>
            <a:endCxn xmlns:a="http://schemas.openxmlformats.org/drawingml/2006/main" id="5" idx="0"/>
          </p:cNvCxnSpPr>
          <p:nvPr/>
        </p:nvCxnSpPr>
        <p:spPr>
          <a:xfrm xmlns:a="http://schemas.openxmlformats.org/drawingml/2006/main">
            <a:off x="6096000" y="3238500"/>
            <a:ext cx="0" cy="38100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6" name="">
            <a:extLst xmlns:a="http://schemas.openxmlformats.org/drawingml/2006/main">
              <a:ext uri="{FF2B5EF4-FFF2-40B4-BE49-F238E27FC236}">
                <a16:creationId xmlns:a16="http://schemas.microsoft.com/office/drawing/2014/main" id="{A869B038-3499-4489-B61A-F4F02DC2EE7D}"/>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2FE3AAC6-84C8-4795-BF42-F5105248929B}"/>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Где достаточно обычного кода</a:t>
            </a:r>
          </a:p>
        </p:txBody>
      </p:sp>
      <p:sp>
        <p:nvSpPr>
          <p:cNvPr id="3" name="">
            <a:extLst xmlns:a="http://schemas.openxmlformats.org/drawingml/2006/main">
              <a:ext uri="{FF2B5EF4-FFF2-40B4-BE49-F238E27FC236}">
                <a16:creationId xmlns:a16="http://schemas.microsoft.com/office/drawing/2014/main" id="{E9E18950-C64D-482C-80DB-0CB1AB51ADB9}"/>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Известная формула и стабильный порядок обычно проще.</a:t>
            </a:r>
          </a:p>
        </p:txBody>
      </p:sp>
      <p:sp>
        <p:nvSpPr>
          <p:cNvPr id="4" name="">
            <a:extLst xmlns:a="http://schemas.openxmlformats.org/drawingml/2006/main">
              <a:ext uri="{FF2B5EF4-FFF2-40B4-BE49-F238E27FC236}">
                <a16:creationId xmlns:a16="http://schemas.microsoft.com/office/drawing/2014/main" id="{7CA054A6-267E-451C-A9A8-4CB208D0516B}"/>
              </a:ext>
            </a:extLst>
          </p:cNvPr>
          <p:cNvSpPr>
            <a:spLocks xmlns:a="http://schemas.openxmlformats.org/drawingml/2006/main" noGrp="1"/>
          </p:cNvSpPr>
          <p:nvPr/>
        </p:nvSpPr>
        <p:spPr>
          <a:xfrm xmlns:a="http://schemas.openxmlformats.org/drawingml/2006/main">
            <a:off x="4286250" y="2476500"/>
            <a:ext cx="3619500" cy="762000"/>
          </a:xfrm>
          <a:prstGeom xmlns:a="http://schemas.openxmlformats.org/drawingml/2006/main" prst="roundRect">
            <a:avLst>
              <a:gd name="adj" fmla="val 10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Задача</a:t>
            </a:r>
          </a:p>
        </p:txBody>
      </p:sp>
      <p:sp>
        <p:nvSpPr>
          <p:cNvPr id="5" name="">
            <a:extLst xmlns:a="http://schemas.openxmlformats.org/drawingml/2006/main">
              <a:ext uri="{FF2B5EF4-FFF2-40B4-BE49-F238E27FC236}">
                <a16:creationId xmlns:a16="http://schemas.microsoft.com/office/drawing/2014/main" id="{364D6033-1188-4E15-94D2-A26AE74FC81A}"/>
              </a:ext>
            </a:extLst>
          </p:cNvPr>
          <p:cNvSpPr>
            <a:spLocks xmlns:a="http://schemas.openxmlformats.org/drawingml/2006/main" noGrp="1"/>
          </p:cNvSpPr>
          <p:nvPr/>
        </p:nvSpPr>
        <p:spPr>
          <a:xfrm xmlns:a="http://schemas.openxmlformats.org/drawingml/2006/main">
            <a:off x="4286250" y="3619500"/>
            <a:ext cx="3619500" cy="762000"/>
          </a:xfrm>
          <a:prstGeom xmlns:a="http://schemas.openxmlformats.org/drawingml/2006/main" prst="roundRect">
            <a:avLst>
              <a:gd name="adj" fmla="val 10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Есть точное правило?</a:t>
            </a:r>
          </a:p>
        </p:txBody>
      </p:sp>
      <p:sp>
        <p:nvSpPr>
          <p:cNvPr id="6" name="">
            <a:extLst xmlns:a="http://schemas.openxmlformats.org/drawingml/2006/main">
              <a:ext uri="{FF2B5EF4-FFF2-40B4-BE49-F238E27FC236}">
                <a16:creationId xmlns:a16="http://schemas.microsoft.com/office/drawing/2014/main" id="{7049D07F-D123-422B-B74F-C552F010E852}"/>
              </a:ext>
            </a:extLst>
          </p:cNvPr>
          <p:cNvSpPr>
            <a:spLocks xmlns:a="http://schemas.openxmlformats.org/drawingml/2006/main" noGrp="1"/>
          </p:cNvSpPr>
          <p:nvPr/>
        </p:nvSpPr>
        <p:spPr>
          <a:xfrm xmlns:a="http://schemas.openxmlformats.org/drawingml/2006/main">
            <a:off x="1143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Обычный расчёт</a:t>
            </a:r>
          </a:p>
        </p:txBody>
      </p:sp>
      <p:sp>
        <p:nvSpPr>
          <p:cNvPr id="7" name="">
            <a:extLst xmlns:a="http://schemas.openxmlformats.org/drawingml/2006/main">
              <a:ext uri="{FF2B5EF4-FFF2-40B4-BE49-F238E27FC236}">
                <a16:creationId xmlns:a16="http://schemas.microsoft.com/office/drawing/2014/main" id="{A5519C88-C7ED-4DBA-9796-9218434E533F}"/>
              </a:ext>
            </a:extLst>
          </p:cNvPr>
          <p:cNvSpPr>
            <a:spLocks xmlns:a="http://schemas.openxmlformats.org/drawingml/2006/main" noGrp="1"/>
          </p:cNvSpPr>
          <p:nvPr/>
        </p:nvSpPr>
        <p:spPr>
          <a:xfrm xmlns:a="http://schemas.openxmlformats.org/drawingml/2006/main">
            <a:off x="6858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Нужен гибкий выбор?</a:t>
            </a:r>
          </a:p>
        </p:txBody>
      </p:sp>
      <p:sp>
        <p:nvSpPr>
          <p:cNvPr id="11" name="">
            <a:extLst xmlns:a="http://schemas.openxmlformats.org/drawingml/2006/main">
              <a:ext uri="{FF2B5EF4-FFF2-40B4-BE49-F238E27FC236}">
                <a16:creationId xmlns:a16="http://schemas.microsoft.com/office/drawing/2014/main" id="{4DEF68D8-FACE-45A6-B2BB-819105577654}"/>
              </a:ext>
            </a:extLst>
          </p:cNvPr>
          <p:cNvSpPr>
            <a:spLocks xmlns:a="http://schemas.openxmlformats.org/drawingml/2006/main" noGrp="1"/>
          </p:cNvSpPr>
          <p:nvPr/>
        </p:nvSpPr>
        <p:spPr>
          <a:xfrm xmlns:a="http://schemas.openxmlformats.org/drawingml/2006/main">
            <a:off x="2286000" y="42100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1">
                <a:solidFill>
                  <a:srgbClr val="087F83"/>
                </a:solidFill>
                <a:latin typeface="DejaVu Sans"/>
                <a:ea typeface="DejaVu Sans"/>
                <a:cs typeface="DejaVu Sans"/>
              </a:defRPr>
            </a:defPPr>
            <a:lvl1pPr algn="l">
              <a:defRPr sz="1800" b="1">
                <a:solidFill>
                  <a:srgbClr val="087F83"/>
                </a:solidFill>
                <a:latin typeface="DejaVu Sans"/>
                <a:ea typeface="DejaVu Sans"/>
                <a:cs typeface="DejaVu Sans"/>
              </a:defRPr>
            </a:lvl1pPr>
            <a:lvl2pPr algn="l">
              <a:defRPr sz="1800" b="1">
                <a:solidFill>
                  <a:srgbClr val="087F83"/>
                </a:solidFill>
                <a:latin typeface="DejaVu Sans"/>
                <a:ea typeface="DejaVu Sans"/>
                <a:cs typeface="DejaVu Sans"/>
              </a:defRPr>
            </a:lvl2pPr>
            <a:lvl3pPr algn="l">
              <a:defRPr sz="1800" b="1">
                <a:solidFill>
                  <a:srgbClr val="087F83"/>
                </a:solidFill>
                <a:latin typeface="DejaVu Sans"/>
                <a:ea typeface="DejaVu Sans"/>
                <a:cs typeface="DejaVu Sans"/>
              </a:defRPr>
            </a:lvl3pPr>
            <a:lvl4pPr algn="l">
              <a:defRPr sz="1800" b="1">
                <a:solidFill>
                  <a:srgbClr val="087F83"/>
                </a:solidFill>
                <a:latin typeface="DejaVu Sans"/>
                <a:ea typeface="DejaVu Sans"/>
                <a:cs typeface="DejaVu Sans"/>
              </a:defRPr>
            </a:lvl4pPr>
            <a:lvl5pPr algn="l">
              <a:defRPr sz="1800" b="1">
                <a:solidFill>
                  <a:srgbClr val="087F83"/>
                </a:solidFill>
                <a:latin typeface="DejaVu Sans"/>
                <a:ea typeface="DejaVu Sans"/>
                <a:cs typeface="DejaVu Sans"/>
              </a:defRPr>
            </a:lvl5pPr>
            <a:lvl6pPr algn="l">
              <a:defRPr sz="1800" b="1">
                <a:solidFill>
                  <a:srgbClr val="087F83"/>
                </a:solidFill>
                <a:latin typeface="DejaVu Sans"/>
                <a:ea typeface="DejaVu Sans"/>
                <a:cs typeface="DejaVu Sans"/>
              </a:defRPr>
            </a:lvl6pPr>
            <a:lvl7pPr algn="l">
              <a:defRPr sz="1800" b="1">
                <a:solidFill>
                  <a:srgbClr val="087F83"/>
                </a:solidFill>
                <a:latin typeface="DejaVu Sans"/>
                <a:ea typeface="DejaVu Sans"/>
                <a:cs typeface="DejaVu Sans"/>
              </a:defRPr>
            </a:lvl7pPr>
            <a:lvl8pPr algn="l">
              <a:defRPr sz="1800" b="1">
                <a:solidFill>
                  <a:srgbClr val="087F83"/>
                </a:solidFill>
                <a:latin typeface="DejaVu Sans"/>
                <a:ea typeface="DejaVu Sans"/>
                <a:cs typeface="DejaVu Sans"/>
              </a:defRPr>
            </a:lvl8pPr>
            <a:lvl9pPr algn="l">
              <a:defRPr sz="1800" b="1">
                <a:solidFill>
                  <a:srgbClr val="087F83"/>
                </a:solidFill>
                <a:latin typeface="DejaVu Sans"/>
                <a:ea typeface="DejaVu Sans"/>
                <a:cs typeface="DejaVu Sans"/>
              </a:defRPr>
            </a:lvl9pPr>
          </a:lstStyle>
          <a:p xmlns:a="http://schemas.openxmlformats.org/drawingml/2006/main">
            <a:pPr algn="l">
              <a:defRPr sz="1800" b="1">
                <a:solidFill>
                  <a:srgbClr val="087F83"/>
                </a:solidFill>
                <a:latin typeface="DejaVu Sans"/>
                <a:ea typeface="DejaVu Sans"/>
                <a:cs typeface="DejaVu Sans"/>
              </a:defRPr>
            </a:pPr>
            <a:r>
              <a:rPr sz="1800" b="1">
                <a:solidFill>
                  <a:srgbClr val="087F83"/>
                </a:solidFill>
                <a:latin typeface="DejaVu Sans"/>
                <a:ea typeface="DejaVu Sans"/>
                <a:cs typeface="DejaVu Sans"/>
              </a:rPr>
              <a:t>Да</a:t>
            </a:r>
          </a:p>
        </p:txBody>
      </p:sp>
      <p:sp>
        <p:nvSpPr>
          <p:cNvPr id="12" name="">
            <a:extLst xmlns:a="http://schemas.openxmlformats.org/drawingml/2006/main">
              <a:ext uri="{FF2B5EF4-FFF2-40B4-BE49-F238E27FC236}">
                <a16:creationId xmlns:a16="http://schemas.microsoft.com/office/drawing/2014/main" id="{CB1F548E-49DA-4883-89D4-851BACF007BB}"/>
              </a:ext>
            </a:extLst>
          </p:cNvPr>
          <p:cNvSpPr>
            <a:spLocks xmlns:a="http://schemas.openxmlformats.org/drawingml/2006/main" noGrp="1"/>
          </p:cNvSpPr>
          <p:nvPr/>
        </p:nvSpPr>
        <p:spPr>
          <a:xfrm xmlns:a="http://schemas.openxmlformats.org/drawingml/2006/main">
            <a:off x="9096375" y="42100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1">
                <a:solidFill>
                  <a:srgbClr val="BA4E31"/>
                </a:solidFill>
                <a:latin typeface="DejaVu Sans"/>
                <a:ea typeface="DejaVu Sans"/>
                <a:cs typeface="DejaVu Sans"/>
              </a:defRPr>
            </a:defPPr>
            <a:lvl1pPr algn="l">
              <a:defRPr sz="1800" b="1">
                <a:solidFill>
                  <a:srgbClr val="BA4E31"/>
                </a:solidFill>
                <a:latin typeface="DejaVu Sans"/>
                <a:ea typeface="DejaVu Sans"/>
                <a:cs typeface="DejaVu Sans"/>
              </a:defRPr>
            </a:lvl1pPr>
            <a:lvl2pPr algn="l">
              <a:defRPr sz="1800" b="1">
                <a:solidFill>
                  <a:srgbClr val="BA4E31"/>
                </a:solidFill>
                <a:latin typeface="DejaVu Sans"/>
                <a:ea typeface="DejaVu Sans"/>
                <a:cs typeface="DejaVu Sans"/>
              </a:defRPr>
            </a:lvl2pPr>
            <a:lvl3pPr algn="l">
              <a:defRPr sz="1800" b="1">
                <a:solidFill>
                  <a:srgbClr val="BA4E31"/>
                </a:solidFill>
                <a:latin typeface="DejaVu Sans"/>
                <a:ea typeface="DejaVu Sans"/>
                <a:cs typeface="DejaVu Sans"/>
              </a:defRPr>
            </a:lvl3pPr>
            <a:lvl4pPr algn="l">
              <a:defRPr sz="1800" b="1">
                <a:solidFill>
                  <a:srgbClr val="BA4E31"/>
                </a:solidFill>
                <a:latin typeface="DejaVu Sans"/>
                <a:ea typeface="DejaVu Sans"/>
                <a:cs typeface="DejaVu Sans"/>
              </a:defRPr>
            </a:lvl4pPr>
            <a:lvl5pPr algn="l">
              <a:defRPr sz="1800" b="1">
                <a:solidFill>
                  <a:srgbClr val="BA4E31"/>
                </a:solidFill>
                <a:latin typeface="DejaVu Sans"/>
                <a:ea typeface="DejaVu Sans"/>
                <a:cs typeface="DejaVu Sans"/>
              </a:defRPr>
            </a:lvl5pPr>
            <a:lvl6pPr algn="l">
              <a:defRPr sz="1800" b="1">
                <a:solidFill>
                  <a:srgbClr val="BA4E31"/>
                </a:solidFill>
                <a:latin typeface="DejaVu Sans"/>
                <a:ea typeface="DejaVu Sans"/>
                <a:cs typeface="DejaVu Sans"/>
              </a:defRPr>
            </a:lvl6pPr>
            <a:lvl7pPr algn="l">
              <a:defRPr sz="1800" b="1">
                <a:solidFill>
                  <a:srgbClr val="BA4E31"/>
                </a:solidFill>
                <a:latin typeface="DejaVu Sans"/>
                <a:ea typeface="DejaVu Sans"/>
                <a:cs typeface="DejaVu Sans"/>
              </a:defRPr>
            </a:lvl7pPr>
            <a:lvl8pPr algn="l">
              <a:defRPr sz="1800" b="1">
                <a:solidFill>
                  <a:srgbClr val="BA4E31"/>
                </a:solidFill>
                <a:latin typeface="DejaVu Sans"/>
                <a:ea typeface="DejaVu Sans"/>
                <a:cs typeface="DejaVu Sans"/>
              </a:defRPr>
            </a:lvl8pPr>
            <a:lvl9pPr algn="l">
              <a:defRPr sz="1800" b="1">
                <a:solidFill>
                  <a:srgbClr val="BA4E31"/>
                </a:solidFill>
                <a:latin typeface="DejaVu Sans"/>
                <a:ea typeface="DejaVu Sans"/>
                <a:cs typeface="DejaVu Sans"/>
              </a:defRPr>
            </a:lvl9pPr>
          </a:lstStyle>
          <a:p xmlns:a="http://schemas.openxmlformats.org/drawingml/2006/main">
            <a:pPr algn="l">
              <a:defRPr sz="1800" b="1">
                <a:solidFill>
                  <a:srgbClr val="BA4E31"/>
                </a:solidFill>
                <a:latin typeface="DejaVu Sans"/>
                <a:ea typeface="DejaVu Sans"/>
                <a:cs typeface="DejaVu Sans"/>
              </a:defRPr>
            </a:pPr>
            <a:r>
              <a:rPr sz="1800" b="1">
                <a:solidFill>
                  <a:srgbClr val="BA4E31"/>
                </a:solidFill>
                <a:latin typeface="DejaVu Sans"/>
                <a:ea typeface="DejaVu Sans"/>
                <a:cs typeface="DejaVu Sans"/>
              </a:rPr>
              <a:t>Нет</a:t>
            </a:r>
          </a:p>
        </p:txBody>
      </p:sp>
      <p:sp>
        <p:nvSpPr>
          <p:cNvPr id="13" name="">
            <a:extLst xmlns:a="http://schemas.openxmlformats.org/drawingml/2006/main">
              <a:ext uri="{FF2B5EF4-FFF2-40B4-BE49-F238E27FC236}">
                <a16:creationId xmlns:a16="http://schemas.microsoft.com/office/drawing/2014/main" id="{F68A6EB6-78D4-4839-ACC9-36F012291F5A}"/>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4" name="">
            <a:extLst xmlns:a="http://schemas.openxmlformats.org/drawingml/2006/main">
              <a:ext uri="{FF2B5EF4-FFF2-40B4-BE49-F238E27FC236}">
                <a16:creationId xmlns:a16="http://schemas.microsoft.com/office/drawing/2014/main" id="{7ADF0165-3FB8-492F-93FD-EB627DDEC00C}"/>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Сначала выясняем потребность, потом выбираем архитектуру.</a:t>
            </a:r>
          </a:p>
        </p:txBody>
      </p:sp>
      <p:sp>
        <p:nvSpPr>
          <p:cNvPr id="15" name="">
            <a:extLst xmlns:a="http://schemas.openxmlformats.org/drawingml/2006/main">
              <a:ext uri="{FF2B5EF4-FFF2-40B4-BE49-F238E27FC236}">
                <a16:creationId xmlns:a16="http://schemas.microsoft.com/office/drawing/2014/main" id="{6CE4517A-41F5-4661-AF1E-274B07FEB962}"/>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7 / 32</a:t>
            </a:r>
          </a:p>
        </p:txBody>
      </p:sp>
    </p:spTree>
    <p:extLst>
      <p:ext uri="{BB962C8B-B14F-4D97-AF65-F5344CB8AC3E}">
        <p14:creationId xmlns:p14="http://schemas.microsoft.com/office/powerpoint/2010/main" val="554181710"/>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0F0430BC-23E3-4203-9802-F17D3FE025BA}"/>
              </a:ext>
            </a:extLst>
          </p:cNvPr>
          <p:cNvCxnSpPr>
            <a:stCxn xmlns:a="http://schemas.openxmlformats.org/drawingml/2006/main" id="7" idx="2"/>
            <a:endCxn xmlns:a="http://schemas.openxmlformats.org/drawingml/2006/main" id="5" idx="2"/>
          </p:cNvCxnSpPr>
          <p:nvPr/>
        </p:nvCxnSpPr>
        <p:spPr>
          <a:xfrm xmlns:a="http://schemas.openxmlformats.org/drawingml/2006/main" flipH="1">
            <a:off x="4048125" y="4095750"/>
            <a:ext cx="6024563" cy="228600"/>
          </a:xfrm>
          <a:prstGeom xmlns:a="http://schemas.openxmlformats.org/drawingml/2006/main" prst="bentConnector4">
            <a:avLst/>
          </a:prstGeom>
          <a:ln xmlns:a="http://schemas.openxmlformats.org/drawingml/2006/main" w="28575">
            <a:solidFill>
              <a:srgbClr val="6756A0"/>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1BDD491-52CD-40B1-9AE5-E4CC83AE1374}"/>
              </a:ext>
            </a:extLst>
          </p:cNvPr>
          <p:cNvCxnSpPr>
            <a:stCxn xmlns:a="http://schemas.openxmlformats.org/drawingml/2006/main" id="6" idx="3"/>
            <a:endCxn xmlns:a="http://schemas.openxmlformats.org/drawingml/2006/main" id="7" idx="1"/>
          </p:cNvCxnSpPr>
          <p:nvPr/>
        </p:nvCxnSpPr>
        <p:spPr>
          <a:xfrm xmlns:a="http://schemas.openxmlformats.org/drawingml/2006/main">
            <a:off x="8001000" y="3476625"/>
            <a:ext cx="809625"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4D8D9840-4B39-4132-873D-4E63EA6954DB}"/>
              </a:ext>
            </a:extLst>
          </p:cNvPr>
          <p:cNvCxnSpPr>
            <a:stCxn xmlns:a="http://schemas.openxmlformats.org/drawingml/2006/main" id="5" idx="3"/>
            <a:endCxn xmlns:a="http://schemas.openxmlformats.org/drawingml/2006/main" id="6" idx="1"/>
          </p:cNvCxnSpPr>
          <p:nvPr/>
        </p:nvCxnSpPr>
        <p:spPr>
          <a:xfrm xmlns:a="http://schemas.openxmlformats.org/drawingml/2006/main">
            <a:off x="5000625" y="3476625"/>
            <a:ext cx="809625"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7E060D14-8D7F-4288-88B8-85B2D9DCFC0F}"/>
              </a:ext>
            </a:extLst>
          </p:cNvPr>
          <p:cNvCxnSpPr>
            <a:stCxn xmlns:a="http://schemas.openxmlformats.org/drawingml/2006/main" id="4" idx="3"/>
            <a:endCxn xmlns:a="http://schemas.openxmlformats.org/drawingml/2006/main" id="5" idx="1"/>
          </p:cNvCxnSpPr>
          <p:nvPr/>
        </p:nvCxnSpPr>
        <p:spPr>
          <a:xfrm xmlns:a="http://schemas.openxmlformats.org/drawingml/2006/main">
            <a:off x="2381250" y="3476625"/>
            <a:ext cx="714375"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6" name="">
            <a:extLst xmlns:a="http://schemas.openxmlformats.org/drawingml/2006/main">
              <a:ext uri="{FF2B5EF4-FFF2-40B4-BE49-F238E27FC236}">
                <a16:creationId xmlns:a16="http://schemas.microsoft.com/office/drawing/2014/main" id="{A382152B-5070-4457-9A68-C4763BE72660}"/>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8AA2CCC6-4A90-4D98-83B5-9DD96F13FA1A}"/>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Цикл агента</a:t>
            </a:r>
          </a:p>
        </p:txBody>
      </p:sp>
      <p:sp>
        <p:nvSpPr>
          <p:cNvPr id="3" name="">
            <a:extLst xmlns:a="http://schemas.openxmlformats.org/drawingml/2006/main">
              <a:ext uri="{FF2B5EF4-FFF2-40B4-BE49-F238E27FC236}">
                <a16:creationId xmlns:a16="http://schemas.microsoft.com/office/drawing/2014/main" id="{A22F5B13-EA88-4561-A705-138E884D5AD8}"/>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Промежуточный результат влияет на следующий выбор.</a:t>
            </a:r>
          </a:p>
        </p:txBody>
      </p:sp>
      <p:sp>
        <p:nvSpPr>
          <p:cNvPr id="4" name="">
            <a:extLst xmlns:a="http://schemas.openxmlformats.org/drawingml/2006/main">
              <a:ext uri="{FF2B5EF4-FFF2-40B4-BE49-F238E27FC236}">
                <a16:creationId xmlns:a16="http://schemas.microsoft.com/office/drawing/2014/main" id="{EDCB0AAC-9481-4126-AB54-090009F1F8E3}"/>
              </a:ext>
            </a:extLst>
          </p:cNvPr>
          <p:cNvSpPr>
            <a:spLocks xmlns:a="http://schemas.openxmlformats.org/drawingml/2006/main" noGrp="1"/>
          </p:cNvSpPr>
          <p:nvPr/>
        </p:nvSpPr>
        <p:spPr>
          <a:xfrm xmlns:a="http://schemas.openxmlformats.org/drawingml/2006/main">
            <a:off x="666750" y="2857500"/>
            <a:ext cx="1714500" cy="1238250"/>
          </a:xfrm>
          <a:prstGeom xmlns:a="http://schemas.openxmlformats.org/drawingml/2006/main" prst="roundRect">
            <a:avLst>
              <a:gd name="adj" fmla="val 6154"/>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Цель</a:t>
            </a:r>
          </a:p>
        </p:txBody>
      </p:sp>
      <p:sp>
        <p:nvSpPr>
          <p:cNvPr id="5" name="">
            <a:extLst xmlns:a="http://schemas.openxmlformats.org/drawingml/2006/main">
              <a:ext uri="{FF2B5EF4-FFF2-40B4-BE49-F238E27FC236}">
                <a16:creationId xmlns:a16="http://schemas.microsoft.com/office/drawing/2014/main" id="{1CD598E9-B582-47A6-BE14-A4BCE19F8354}"/>
              </a:ext>
            </a:extLst>
          </p:cNvPr>
          <p:cNvSpPr>
            <a:spLocks xmlns:a="http://schemas.openxmlformats.org/drawingml/2006/main" noGrp="1"/>
          </p:cNvSpPr>
          <p:nvPr/>
        </p:nvSpPr>
        <p:spPr>
          <a:xfrm xmlns:a="http://schemas.openxmlformats.org/drawingml/2006/main">
            <a:off x="3095625" y="2857500"/>
            <a:ext cx="1905000" cy="1238250"/>
          </a:xfrm>
          <a:prstGeom xmlns:a="http://schemas.openxmlformats.org/drawingml/2006/main" prst="roundRect">
            <a:avLst>
              <a:gd name="adj" fmla="val 6154"/>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Выбор</a:t>
            </a:r>
          </a:p>
        </p:txBody>
      </p:sp>
      <p:sp>
        <p:nvSpPr>
          <p:cNvPr id="6" name="">
            <a:extLst xmlns:a="http://schemas.openxmlformats.org/drawingml/2006/main">
              <a:ext uri="{FF2B5EF4-FFF2-40B4-BE49-F238E27FC236}">
                <a16:creationId xmlns:a16="http://schemas.microsoft.com/office/drawing/2014/main" id="{36361D39-46C9-4502-BB9F-32DDD23F7A91}"/>
              </a:ext>
            </a:extLst>
          </p:cNvPr>
          <p:cNvSpPr>
            <a:spLocks xmlns:a="http://schemas.openxmlformats.org/drawingml/2006/main" noGrp="1"/>
          </p:cNvSpPr>
          <p:nvPr/>
        </p:nvSpPr>
        <p:spPr>
          <a:xfrm xmlns:a="http://schemas.openxmlformats.org/drawingml/2006/main">
            <a:off x="5810250" y="2857500"/>
            <a:ext cx="2190750" cy="1238250"/>
          </a:xfrm>
          <a:prstGeom xmlns:a="http://schemas.openxmlformats.org/drawingml/2006/main" prst="roundRect">
            <a:avLst>
              <a:gd name="adj" fmla="val 6154"/>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Исполнение</a:t>
            </a:r>
          </a:p>
        </p:txBody>
      </p:sp>
      <p:sp>
        <p:nvSpPr>
          <p:cNvPr id="7" name="">
            <a:extLst xmlns:a="http://schemas.openxmlformats.org/drawingml/2006/main">
              <a:ext uri="{FF2B5EF4-FFF2-40B4-BE49-F238E27FC236}">
                <a16:creationId xmlns:a16="http://schemas.microsoft.com/office/drawing/2014/main" id="{F7C4CAB6-4727-45CB-B646-6975FE39C7AA}"/>
              </a:ext>
            </a:extLst>
          </p:cNvPr>
          <p:cNvSpPr>
            <a:spLocks xmlns:a="http://schemas.openxmlformats.org/drawingml/2006/main" noGrp="1"/>
          </p:cNvSpPr>
          <p:nvPr/>
        </p:nvSpPr>
        <p:spPr>
          <a:xfrm xmlns:a="http://schemas.openxmlformats.org/drawingml/2006/main">
            <a:off x="8810625" y="2857500"/>
            <a:ext cx="2524125" cy="1238250"/>
          </a:xfrm>
          <a:prstGeom xmlns:a="http://schemas.openxmlformats.org/drawingml/2006/main" prst="roundRect">
            <a:avLst>
              <a:gd name="adj" fmla="val 6154"/>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Наблюдение</a:t>
            </a:r>
          </a:p>
        </p:txBody>
      </p:sp>
      <p:sp>
        <p:nvSpPr>
          <p:cNvPr id="12" name="">
            <a:extLst xmlns:a="http://schemas.openxmlformats.org/drawingml/2006/main">
              <a:ext uri="{FF2B5EF4-FFF2-40B4-BE49-F238E27FC236}">
                <a16:creationId xmlns:a16="http://schemas.microsoft.com/office/drawing/2014/main" id="{6FFC9166-395A-49B4-9F65-37F534A173D2}"/>
              </a:ext>
            </a:extLst>
          </p:cNvPr>
          <p:cNvSpPr>
            <a:spLocks xmlns:a="http://schemas.openxmlformats.org/drawingml/2006/main" noGrp="1"/>
          </p:cNvSpPr>
          <p:nvPr/>
        </p:nvSpPr>
        <p:spPr>
          <a:xfrm xmlns:a="http://schemas.openxmlformats.org/drawingml/2006/main">
            <a:off x="4191000" y="4905375"/>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BA4E31"/>
                </a:solidFill>
                <a:latin typeface="DejaVu Sans"/>
                <a:ea typeface="DejaVu Sans"/>
                <a:cs typeface="DejaVu Sans"/>
              </a:defRPr>
            </a:defPPr>
            <a:lvl1pPr algn="ctr">
              <a:defRPr sz="2175" b="1">
                <a:solidFill>
                  <a:srgbClr val="BA4E31"/>
                </a:solidFill>
                <a:latin typeface="DejaVu Sans"/>
                <a:ea typeface="DejaVu Sans"/>
                <a:cs typeface="DejaVu Sans"/>
              </a:defRPr>
            </a:lvl1pPr>
            <a:lvl2pPr algn="ctr">
              <a:defRPr sz="2175" b="1">
                <a:solidFill>
                  <a:srgbClr val="BA4E31"/>
                </a:solidFill>
                <a:latin typeface="DejaVu Sans"/>
                <a:ea typeface="DejaVu Sans"/>
                <a:cs typeface="DejaVu Sans"/>
              </a:defRPr>
            </a:lvl2pPr>
            <a:lvl3pPr algn="ctr">
              <a:defRPr sz="2175" b="1">
                <a:solidFill>
                  <a:srgbClr val="BA4E31"/>
                </a:solidFill>
                <a:latin typeface="DejaVu Sans"/>
                <a:ea typeface="DejaVu Sans"/>
                <a:cs typeface="DejaVu Sans"/>
              </a:defRPr>
            </a:lvl3pPr>
            <a:lvl4pPr algn="ctr">
              <a:defRPr sz="2175" b="1">
                <a:solidFill>
                  <a:srgbClr val="BA4E31"/>
                </a:solidFill>
                <a:latin typeface="DejaVu Sans"/>
                <a:ea typeface="DejaVu Sans"/>
                <a:cs typeface="DejaVu Sans"/>
              </a:defRPr>
            </a:lvl4pPr>
            <a:lvl5pPr algn="ctr">
              <a:defRPr sz="2175" b="1">
                <a:solidFill>
                  <a:srgbClr val="BA4E31"/>
                </a:solidFill>
                <a:latin typeface="DejaVu Sans"/>
                <a:ea typeface="DejaVu Sans"/>
                <a:cs typeface="DejaVu Sans"/>
              </a:defRPr>
            </a:lvl5pPr>
            <a:lvl6pPr algn="ctr">
              <a:defRPr sz="2175" b="1">
                <a:solidFill>
                  <a:srgbClr val="BA4E31"/>
                </a:solidFill>
                <a:latin typeface="DejaVu Sans"/>
                <a:ea typeface="DejaVu Sans"/>
                <a:cs typeface="DejaVu Sans"/>
              </a:defRPr>
            </a:lvl6pPr>
            <a:lvl7pPr algn="ctr">
              <a:defRPr sz="2175" b="1">
                <a:solidFill>
                  <a:srgbClr val="BA4E31"/>
                </a:solidFill>
                <a:latin typeface="DejaVu Sans"/>
                <a:ea typeface="DejaVu Sans"/>
                <a:cs typeface="DejaVu Sans"/>
              </a:defRPr>
            </a:lvl7pPr>
            <a:lvl8pPr algn="ctr">
              <a:defRPr sz="2175" b="1">
                <a:solidFill>
                  <a:srgbClr val="BA4E31"/>
                </a:solidFill>
                <a:latin typeface="DejaVu Sans"/>
                <a:ea typeface="DejaVu Sans"/>
                <a:cs typeface="DejaVu Sans"/>
              </a:defRPr>
            </a:lvl8pPr>
            <a:lvl9pPr algn="ctr">
              <a:defRPr sz="2175" b="1">
                <a:solidFill>
                  <a:srgbClr val="BA4E31"/>
                </a:solidFill>
                <a:latin typeface="DejaVu Sans"/>
                <a:ea typeface="DejaVu Sans"/>
                <a:cs typeface="DejaVu Sans"/>
              </a:defRPr>
            </a:lvl9pPr>
          </a:lstStyle>
          <a:p xmlns:a="http://schemas.openxmlformats.org/drawingml/2006/main">
            <a:pPr algn="ctr">
              <a:defRPr sz="2175" b="1">
                <a:solidFill>
                  <a:srgbClr val="BA4E31"/>
                </a:solidFill>
                <a:latin typeface="DejaVu Sans"/>
                <a:ea typeface="DejaVu Sans"/>
                <a:cs typeface="DejaVu Sans"/>
              </a:defRPr>
            </a:pPr>
            <a:r>
              <a:rPr sz="2175" b="1">
                <a:solidFill>
                  <a:srgbClr val="BA4E31"/>
                </a:solidFill>
                <a:latin typeface="DejaVu Sans"/>
                <a:ea typeface="DejaVu Sans"/>
                <a:cs typeface="DejaVu Sans"/>
              </a:rPr>
              <a:t>Готово или уточнить</a:t>
            </a:r>
          </a:p>
        </p:txBody>
      </p:sp>
      <p:sp>
        <p:nvSpPr>
          <p:cNvPr id="13" name="">
            <a:extLst xmlns:a="http://schemas.openxmlformats.org/drawingml/2006/main">
              <a:ext uri="{FF2B5EF4-FFF2-40B4-BE49-F238E27FC236}">
                <a16:creationId xmlns:a16="http://schemas.microsoft.com/office/drawing/2014/main" id="{C1BB1C01-57E1-4CC3-B341-8E23CC9CDB50}"/>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4" name="">
            <a:extLst xmlns:a="http://schemas.openxmlformats.org/drawingml/2006/main">
              <a:ext uri="{FF2B5EF4-FFF2-40B4-BE49-F238E27FC236}">
                <a16:creationId xmlns:a16="http://schemas.microsoft.com/office/drawing/2014/main" id="{67A0972F-740C-4FC3-B0DB-D10B0533BB7D}"/>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После инструмента приложение возвращает результат в цикл.</a:t>
            </a:r>
          </a:p>
        </p:txBody>
      </p:sp>
      <p:sp>
        <p:nvSpPr>
          <p:cNvPr id="15" name="">
            <a:extLst xmlns:a="http://schemas.openxmlformats.org/drawingml/2006/main">
              <a:ext uri="{FF2B5EF4-FFF2-40B4-BE49-F238E27FC236}">
                <a16:creationId xmlns:a16="http://schemas.microsoft.com/office/drawing/2014/main" id="{52C7669F-07BC-420A-B33E-5950C0CA1DF4}"/>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8 / 32</a:t>
            </a:r>
          </a:p>
        </p:txBody>
      </p:sp>
    </p:spTree>
    <p:extLst>
      <p:ext uri="{BB962C8B-B14F-4D97-AF65-F5344CB8AC3E}">
        <p14:creationId xmlns:p14="http://schemas.microsoft.com/office/powerpoint/2010/main" val="265228613"/>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92EC6EA-FD04-4EA2-A879-B2E47215A452}"/>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333BAF5-6929-4CC8-85D4-BCF6D3D99F59}"/>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52C532FE-AD54-47E1-AB95-48373C7E98CA}"/>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53D0C6FA-4810-4AD4-8830-C0265159B396}"/>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5A48CBAB-8F77-4214-965E-EC536C84D871}"/>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Выбор и исполнение</a:t>
            </a:r>
          </a:p>
        </p:txBody>
      </p:sp>
      <p:sp>
        <p:nvSpPr>
          <p:cNvPr id="3" name="">
            <a:extLst xmlns:a="http://schemas.openxmlformats.org/drawingml/2006/main">
              <a:ext uri="{FF2B5EF4-FFF2-40B4-BE49-F238E27FC236}">
                <a16:creationId xmlns:a16="http://schemas.microsoft.com/office/drawing/2014/main" id="{93351CC9-8BB4-4FE5-9440-41DE9D33AB4E}"/>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Модель предлагает операцию, приложение проверяет и выполняет.</a:t>
            </a:r>
          </a:p>
        </p:txBody>
      </p:sp>
      <p:sp>
        <p:nvSpPr>
          <p:cNvPr id="4" name="">
            <a:extLst xmlns:a="http://schemas.openxmlformats.org/drawingml/2006/main">
              <a:ext uri="{FF2B5EF4-FFF2-40B4-BE49-F238E27FC236}">
                <a16:creationId xmlns:a16="http://schemas.microsoft.com/office/drawing/2014/main" id="{C8580384-697B-4CB1-97F8-138A2C266F82}"/>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Выбор</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найти правило</a:t>
            </a:r>
          </a:p>
        </p:txBody>
      </p:sp>
      <p:sp>
        <p:nvSpPr>
          <p:cNvPr id="5" name="">
            <a:extLst xmlns:a="http://schemas.openxmlformats.org/drawingml/2006/main">
              <a:ext uri="{FF2B5EF4-FFF2-40B4-BE49-F238E27FC236}">
                <a16:creationId xmlns:a16="http://schemas.microsoft.com/office/drawing/2014/main" id="{7F02333D-AB21-483B-96E5-FBEBD9F832AE}"/>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Проверка</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разрешён ли вызов</a:t>
            </a:r>
          </a:p>
        </p:txBody>
      </p:sp>
      <p:sp>
        <p:nvSpPr>
          <p:cNvPr id="6" name="">
            <a:extLst xmlns:a="http://schemas.openxmlformats.org/drawingml/2006/main">
              <a:ext uri="{FF2B5EF4-FFF2-40B4-BE49-F238E27FC236}">
                <a16:creationId xmlns:a16="http://schemas.microsoft.com/office/drawing/2014/main" id="{087C7BD0-D06F-4BB7-8345-BBC6ABCBBEAC}"/>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Функция</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выполняет поиск</a:t>
            </a:r>
          </a:p>
        </p:txBody>
      </p:sp>
      <p:sp>
        <p:nvSpPr>
          <p:cNvPr id="7" name="">
            <a:extLst xmlns:a="http://schemas.openxmlformats.org/drawingml/2006/main">
              <a:ext uri="{FF2B5EF4-FFF2-40B4-BE49-F238E27FC236}">
                <a16:creationId xmlns:a16="http://schemas.microsoft.com/office/drawing/2014/main" id="{1CE11B8E-3A35-4C5A-AEA8-196FE22D613F}"/>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Наблюдение</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что найдено</a:t>
            </a:r>
          </a:p>
        </p:txBody>
      </p:sp>
      <p:sp>
        <p:nvSpPr>
          <p:cNvPr id="11" name="">
            <a:extLst xmlns:a="http://schemas.openxmlformats.org/drawingml/2006/main">
              <a:ext uri="{FF2B5EF4-FFF2-40B4-BE49-F238E27FC236}">
                <a16:creationId xmlns:a16="http://schemas.microsoft.com/office/drawing/2014/main" id="{E7BBE4FF-A0FF-492E-A430-B68BD04AA334}"/>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175CD671-3FDC-4D87-9494-1AF2E5F25302}"/>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Фраза «я сделал» сама по себе не выполняет действие.</a:t>
            </a:r>
          </a:p>
        </p:txBody>
      </p:sp>
      <p:sp>
        <p:nvSpPr>
          <p:cNvPr id="13" name="">
            <a:extLst xmlns:a="http://schemas.openxmlformats.org/drawingml/2006/main">
              <a:ext uri="{FF2B5EF4-FFF2-40B4-BE49-F238E27FC236}">
                <a16:creationId xmlns:a16="http://schemas.microsoft.com/office/drawing/2014/main" id="{F3DA8952-602E-4266-B9BF-71D268A50410}"/>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9 / 32</a:t>
            </a:r>
          </a:p>
        </p:txBody>
      </p:sp>
    </p:spTree>
    <p:extLst>
      <p:ext uri="{BB962C8B-B14F-4D97-AF65-F5344CB8AC3E}">
        <p14:creationId xmlns:p14="http://schemas.microsoft.com/office/powerpoint/2010/main" val="1941758906"/>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A1B128F5-C9CB-4BFD-9A66-FFE0BD60A625}"/>
              </a:ext>
            </a:extLst>
          </p:cNvPr>
          <p:cNvCxnSpPr>
            <a:stCxn xmlns:a="http://schemas.openxmlformats.org/drawingml/2006/main" id="5" idx="3"/>
            <a:endCxn xmlns:a="http://schemas.openxmlformats.org/drawingml/2006/main" id="6" idx="1"/>
          </p:cNvCxnSpPr>
          <p:nvPr/>
        </p:nvCxnSpPr>
        <p:spPr>
          <a:xfrm xmlns:a="http://schemas.openxmlformats.org/drawingml/2006/main">
            <a:off x="773430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5E367485-5C78-4595-B450-38206A77EEE8}"/>
              </a:ext>
            </a:extLst>
          </p:cNvPr>
          <p:cNvCxnSpPr>
            <a:stCxn xmlns:a="http://schemas.openxmlformats.org/drawingml/2006/main" id="4" idx="3"/>
            <a:endCxn xmlns:a="http://schemas.openxmlformats.org/drawingml/2006/main" id="5" idx="1"/>
          </p:cNvCxnSpPr>
          <p:nvPr/>
        </p:nvCxnSpPr>
        <p:spPr>
          <a:xfrm xmlns:a="http://schemas.openxmlformats.org/drawingml/2006/main">
            <a:off x="403860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2" name="">
            <a:extLst xmlns:a="http://schemas.openxmlformats.org/drawingml/2006/main">
              <a:ext uri="{FF2B5EF4-FFF2-40B4-BE49-F238E27FC236}">
                <a16:creationId xmlns:a16="http://schemas.microsoft.com/office/drawing/2014/main" id="{B32AA70E-9C35-42C8-8C04-7D7B90686F69}"/>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D949EBC1-4426-4599-8114-AD8FED43F448}"/>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Инструмент: вход, действие и результат</a:t>
            </a:r>
          </a:p>
        </p:txBody>
      </p:sp>
      <p:sp>
        <p:nvSpPr>
          <p:cNvPr id="3" name="">
            <a:extLst xmlns:a="http://schemas.openxmlformats.org/drawingml/2006/main">
              <a:ext uri="{FF2B5EF4-FFF2-40B4-BE49-F238E27FC236}">
                <a16:creationId xmlns:a16="http://schemas.microsoft.com/office/drawing/2014/main" id="{F48959C4-7686-4C2A-9A4F-31A35B46DCA5}"/>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Понятные вход, действие, результат и возможная ошибка.</a:t>
            </a:r>
          </a:p>
        </p:txBody>
      </p:sp>
      <p:sp>
        <p:nvSpPr>
          <p:cNvPr id="4" name="">
            <a:extLst xmlns:a="http://schemas.openxmlformats.org/drawingml/2006/main">
              <a:ext uri="{FF2B5EF4-FFF2-40B4-BE49-F238E27FC236}">
                <a16:creationId xmlns:a16="http://schemas.microsoft.com/office/drawing/2014/main" id="{C15816F3-4258-41D1-AFB5-EFECEDC3D27B}"/>
              </a:ext>
            </a:extLst>
          </p:cNvPr>
          <p:cNvSpPr>
            <a:spLocks xmlns:a="http://schemas.openxmlformats.org/drawingml/2006/main" noGrp="1"/>
          </p:cNvSpPr>
          <p:nvPr/>
        </p:nvSpPr>
        <p:spPr>
          <a:xfrm xmlns:a="http://schemas.openxmlformats.org/drawingml/2006/main">
            <a:off x="762000" y="2952750"/>
            <a:ext cx="327660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Вход</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обычный приоритет</a:t>
            </a:r>
          </a:p>
        </p:txBody>
      </p:sp>
      <p:sp>
        <p:nvSpPr>
          <p:cNvPr id="5" name="">
            <a:extLst xmlns:a="http://schemas.openxmlformats.org/drawingml/2006/main">
              <a:ext uri="{FF2B5EF4-FFF2-40B4-BE49-F238E27FC236}">
                <a16:creationId xmlns:a16="http://schemas.microsoft.com/office/drawing/2014/main" id="{043B1E3E-4536-47E7-B269-4C7BB2893DF3}"/>
              </a:ext>
            </a:extLst>
          </p:cNvPr>
          <p:cNvSpPr>
            <a:spLocks xmlns:a="http://schemas.openxmlformats.org/drawingml/2006/main" noGrp="1"/>
          </p:cNvSpPr>
          <p:nvPr/>
        </p:nvSpPr>
        <p:spPr>
          <a:xfrm xmlns:a="http://schemas.openxmlformats.org/drawingml/2006/main">
            <a:off x="4457700" y="2952750"/>
            <a:ext cx="327660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Операция</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получить срок</a:t>
            </a:r>
          </a:p>
        </p:txBody>
      </p:sp>
      <p:sp>
        <p:nvSpPr>
          <p:cNvPr id="6" name="">
            <a:extLst xmlns:a="http://schemas.openxmlformats.org/drawingml/2006/main">
              <a:ext uri="{FF2B5EF4-FFF2-40B4-BE49-F238E27FC236}">
                <a16:creationId xmlns:a16="http://schemas.microsoft.com/office/drawing/2014/main" id="{BF316638-0F9F-40CD-8241-70D36F096154}"/>
              </a:ext>
            </a:extLst>
          </p:cNvPr>
          <p:cNvSpPr>
            <a:spLocks xmlns:a="http://schemas.openxmlformats.org/drawingml/2006/main" noGrp="1"/>
          </p:cNvSpPr>
          <p:nvPr/>
        </p:nvSpPr>
        <p:spPr>
          <a:xfrm xmlns:a="http://schemas.openxmlformats.org/drawingml/2006/main">
            <a:off x="8153400" y="2952750"/>
            <a:ext cx="3276600"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Выход</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24 часа, SLA-01</a:t>
            </a:r>
          </a:p>
        </p:txBody>
      </p:sp>
      <p:sp>
        <p:nvSpPr>
          <p:cNvPr id="9" name="">
            <a:extLst xmlns:a="http://schemas.openxmlformats.org/drawingml/2006/main">
              <a:ext uri="{FF2B5EF4-FFF2-40B4-BE49-F238E27FC236}">
                <a16:creationId xmlns:a16="http://schemas.microsoft.com/office/drawing/2014/main" id="{62F3621E-8BC4-47FA-989F-15418D2E371B}"/>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0" name="">
            <a:extLst xmlns:a="http://schemas.openxmlformats.org/drawingml/2006/main">
              <a:ext uri="{FF2B5EF4-FFF2-40B4-BE49-F238E27FC236}">
                <a16:creationId xmlns:a16="http://schemas.microsoft.com/office/drawing/2014/main" id="{A9652E41-735B-4FED-86E2-835729369126}"/>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Форма аргументов и их смысл проверяются отдельно.</a:t>
            </a:r>
          </a:p>
        </p:txBody>
      </p:sp>
      <p:sp>
        <p:nvSpPr>
          <p:cNvPr id="11" name="">
            <a:extLst xmlns:a="http://schemas.openxmlformats.org/drawingml/2006/main">
              <a:ext uri="{FF2B5EF4-FFF2-40B4-BE49-F238E27FC236}">
                <a16:creationId xmlns:a16="http://schemas.microsoft.com/office/drawing/2014/main" id="{042058E4-4873-4450-9413-6A72D471B418}"/>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10 / 32</a:t>
            </a:r>
          </a:p>
        </p:txBody>
      </p:sp>
    </p:spTree>
    <p:extLst>
      <p:ext uri="{BB962C8B-B14F-4D97-AF65-F5344CB8AC3E}">
        <p14:creationId xmlns:p14="http://schemas.microsoft.com/office/powerpoint/2010/main" val="478223553"/>
      </p:ext>
    </p:extLst>
  </p:cSld>
</p:sld>
</file>

<file path=ppt/slides/slide1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2F3B5D-804B-428C-BBD3-06FABF175165}"/>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21E59661-BAE6-4AB9-B9EA-B8ED98FD9C3D}"/>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Состояние текущей задачи</a:t>
            </a:r>
          </a:p>
        </p:txBody>
      </p:sp>
      <p:sp>
        <p:nvSpPr>
          <p:cNvPr id="3" name="">
            <a:extLst xmlns:a="http://schemas.openxmlformats.org/drawingml/2006/main">
              <a:ext uri="{FF2B5EF4-FFF2-40B4-BE49-F238E27FC236}">
                <a16:creationId xmlns:a16="http://schemas.microsoft.com/office/drawing/2014/main" id="{1E742F05-B391-4708-9238-FCAB3A836799}"/>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Рабочая запись о том, что уже известно.</a:t>
            </a:r>
          </a:p>
        </p:txBody>
      </p:sp>
      <p:sp>
        <p:nvSpPr>
          <p:cNvPr id="4" name="">
            <a:extLst xmlns:a="http://schemas.openxmlformats.org/drawingml/2006/main">
              <a:ext uri="{FF2B5EF4-FFF2-40B4-BE49-F238E27FC236}">
                <a16:creationId xmlns:a16="http://schemas.microsoft.com/office/drawing/2014/main" id="{791F419E-D3A0-47AF-9471-2A5961BF8556}"/>
              </a:ext>
            </a:extLst>
          </p:cNvPr>
          <p:cNvSpPr>
            <a:spLocks xmlns:a="http://schemas.openxmlformats.org/drawingml/2006/main" noGrp="1"/>
          </p:cNvSpPr>
          <p:nvPr/>
        </p:nvSpPr>
        <p:spPr>
          <a:xfrm xmlns:a="http://schemas.openxmlformats.org/drawingml/2006/main">
            <a:off x="1000125" y="252412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450" b="1">
                <a:solidFill>
                  <a:srgbClr val="087F83"/>
                </a:solidFill>
                <a:latin typeface="DejaVu Sans"/>
                <a:ea typeface="DejaVu Sans"/>
                <a:cs typeface="DejaVu Sans"/>
              </a:defRPr>
            </a:defPPr>
            <a:lvl1pPr algn="l">
              <a:defRPr sz="3450" b="1">
                <a:solidFill>
                  <a:srgbClr val="087F83"/>
                </a:solidFill>
                <a:latin typeface="DejaVu Sans"/>
                <a:ea typeface="DejaVu Sans"/>
                <a:cs typeface="DejaVu Sans"/>
              </a:defRPr>
            </a:lvl1pPr>
            <a:lvl2pPr algn="l">
              <a:defRPr sz="3450" b="1">
                <a:solidFill>
                  <a:srgbClr val="087F83"/>
                </a:solidFill>
                <a:latin typeface="DejaVu Sans"/>
                <a:ea typeface="DejaVu Sans"/>
                <a:cs typeface="DejaVu Sans"/>
              </a:defRPr>
            </a:lvl2pPr>
            <a:lvl3pPr algn="l">
              <a:defRPr sz="3450" b="1">
                <a:solidFill>
                  <a:srgbClr val="087F83"/>
                </a:solidFill>
                <a:latin typeface="DejaVu Sans"/>
                <a:ea typeface="DejaVu Sans"/>
                <a:cs typeface="DejaVu Sans"/>
              </a:defRPr>
            </a:lvl3pPr>
            <a:lvl4pPr algn="l">
              <a:defRPr sz="3450" b="1">
                <a:solidFill>
                  <a:srgbClr val="087F83"/>
                </a:solidFill>
                <a:latin typeface="DejaVu Sans"/>
                <a:ea typeface="DejaVu Sans"/>
                <a:cs typeface="DejaVu Sans"/>
              </a:defRPr>
            </a:lvl4pPr>
            <a:lvl5pPr algn="l">
              <a:defRPr sz="3450" b="1">
                <a:solidFill>
                  <a:srgbClr val="087F83"/>
                </a:solidFill>
                <a:latin typeface="DejaVu Sans"/>
                <a:ea typeface="DejaVu Sans"/>
                <a:cs typeface="DejaVu Sans"/>
              </a:defRPr>
            </a:lvl5pPr>
            <a:lvl6pPr algn="l">
              <a:defRPr sz="3450" b="1">
                <a:solidFill>
                  <a:srgbClr val="087F83"/>
                </a:solidFill>
                <a:latin typeface="DejaVu Sans"/>
                <a:ea typeface="DejaVu Sans"/>
                <a:cs typeface="DejaVu Sans"/>
              </a:defRPr>
            </a:lvl6pPr>
            <a:lvl7pPr algn="l">
              <a:defRPr sz="3450" b="1">
                <a:solidFill>
                  <a:srgbClr val="087F83"/>
                </a:solidFill>
                <a:latin typeface="DejaVu Sans"/>
                <a:ea typeface="DejaVu Sans"/>
                <a:cs typeface="DejaVu Sans"/>
              </a:defRPr>
            </a:lvl7pPr>
            <a:lvl8pPr algn="l">
              <a:defRPr sz="3450" b="1">
                <a:solidFill>
                  <a:srgbClr val="087F83"/>
                </a:solidFill>
                <a:latin typeface="DejaVu Sans"/>
                <a:ea typeface="DejaVu Sans"/>
                <a:cs typeface="DejaVu Sans"/>
              </a:defRPr>
            </a:lvl8pPr>
            <a:lvl9pPr algn="l">
              <a:defRPr sz="3450" b="1">
                <a:solidFill>
                  <a:srgbClr val="087F83"/>
                </a:solidFill>
                <a:latin typeface="DejaVu Sans"/>
                <a:ea typeface="DejaVu Sans"/>
                <a:cs typeface="DejaVu Sans"/>
              </a:defRPr>
            </a:lvl9pPr>
          </a:lstStyle>
          <a:p xmlns:a="http://schemas.openxmlformats.org/drawingml/2006/main">
            <a:pPr algn="l">
              <a:defRPr sz="3450" b="1">
                <a:solidFill>
                  <a:srgbClr val="087F83"/>
                </a:solidFill>
                <a:latin typeface="DejaVu Sans"/>
                <a:ea typeface="DejaVu Sans"/>
                <a:cs typeface="DejaVu Sans"/>
              </a:defRPr>
            </a:pPr>
            <a:r>
              <a:rPr sz="3450" b="1">
                <a:solidFill>
                  <a:srgbClr val="087F83"/>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EA8392DB-A2C4-49C6-8BAF-716220D830B7}"/>
              </a:ext>
            </a:extLst>
          </p:cNvPr>
          <p:cNvSpPr>
            <a:spLocks xmlns:a="http://schemas.openxmlformats.org/drawingml/2006/main" noGrp="1"/>
          </p:cNvSpPr>
          <p:nvPr/>
        </p:nvSpPr>
        <p:spPr>
          <a:xfrm xmlns:a="http://schemas.openxmlformats.org/drawingml/2006/main">
            <a:off x="2095500" y="252412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400" b="0">
                <a:solidFill>
                  <a:srgbClr val="172C33"/>
                </a:solidFill>
                <a:latin typeface="DejaVu Sans"/>
                <a:ea typeface="DejaVu Sans"/>
                <a:cs typeface="DejaVu Sans"/>
              </a:defRPr>
            </a:defPPr>
            <a:lvl1pPr algn="l">
              <a:defRPr sz="2400" b="0">
                <a:solidFill>
                  <a:srgbClr val="172C33"/>
                </a:solidFill>
                <a:latin typeface="DejaVu Sans"/>
                <a:ea typeface="DejaVu Sans"/>
                <a:cs typeface="DejaVu Sans"/>
              </a:defRPr>
            </a:lvl1pPr>
            <a:lvl2pPr algn="l">
              <a:defRPr sz="2400" b="0">
                <a:solidFill>
                  <a:srgbClr val="172C33"/>
                </a:solidFill>
                <a:latin typeface="DejaVu Sans"/>
                <a:ea typeface="DejaVu Sans"/>
                <a:cs typeface="DejaVu Sans"/>
              </a:defRPr>
            </a:lvl2pPr>
            <a:lvl3pPr algn="l">
              <a:defRPr sz="2400" b="0">
                <a:solidFill>
                  <a:srgbClr val="172C33"/>
                </a:solidFill>
                <a:latin typeface="DejaVu Sans"/>
                <a:ea typeface="DejaVu Sans"/>
                <a:cs typeface="DejaVu Sans"/>
              </a:defRPr>
            </a:lvl3pPr>
            <a:lvl4pPr algn="l">
              <a:defRPr sz="2400" b="0">
                <a:solidFill>
                  <a:srgbClr val="172C33"/>
                </a:solidFill>
                <a:latin typeface="DejaVu Sans"/>
                <a:ea typeface="DejaVu Sans"/>
                <a:cs typeface="DejaVu Sans"/>
              </a:defRPr>
            </a:lvl4pPr>
            <a:lvl5pPr algn="l">
              <a:defRPr sz="2400" b="0">
                <a:solidFill>
                  <a:srgbClr val="172C33"/>
                </a:solidFill>
                <a:latin typeface="DejaVu Sans"/>
                <a:ea typeface="DejaVu Sans"/>
                <a:cs typeface="DejaVu Sans"/>
              </a:defRPr>
            </a:lvl5pPr>
            <a:lvl6pPr algn="l">
              <a:defRPr sz="2400" b="0">
                <a:solidFill>
                  <a:srgbClr val="172C33"/>
                </a:solidFill>
                <a:latin typeface="DejaVu Sans"/>
                <a:ea typeface="DejaVu Sans"/>
                <a:cs typeface="DejaVu Sans"/>
              </a:defRPr>
            </a:lvl6pPr>
            <a:lvl7pPr algn="l">
              <a:defRPr sz="2400" b="0">
                <a:solidFill>
                  <a:srgbClr val="172C33"/>
                </a:solidFill>
                <a:latin typeface="DejaVu Sans"/>
                <a:ea typeface="DejaVu Sans"/>
                <a:cs typeface="DejaVu Sans"/>
              </a:defRPr>
            </a:lvl7pPr>
            <a:lvl8pPr algn="l">
              <a:defRPr sz="2400" b="0">
                <a:solidFill>
                  <a:srgbClr val="172C33"/>
                </a:solidFill>
                <a:latin typeface="DejaVu Sans"/>
                <a:ea typeface="DejaVu Sans"/>
                <a:cs typeface="DejaVu Sans"/>
              </a:defRPr>
            </a:lvl8pPr>
            <a:lvl9pPr algn="l">
              <a:defRPr sz="2400" b="0">
                <a:solidFill>
                  <a:srgbClr val="172C33"/>
                </a:solidFill>
                <a:latin typeface="DejaVu Sans"/>
                <a:ea typeface="DejaVu Sans"/>
                <a:cs typeface="DejaVu Sans"/>
              </a:defRPr>
            </a:lvl9pPr>
          </a:lstStyle>
          <a:p xmlns:a="http://schemas.openxmlformats.org/drawingml/2006/main">
            <a:pPr algn="l">
              <a:defRPr sz="2400" b="0">
                <a:solidFill>
                  <a:srgbClr val="172C33"/>
                </a:solidFill>
                <a:latin typeface="DejaVu Sans"/>
                <a:ea typeface="DejaVu Sans"/>
                <a:cs typeface="DejaVu Sans"/>
              </a:defRPr>
            </a:pPr>
            <a:r>
              <a:rPr sz="2400" b="0">
                <a:solidFill>
                  <a:srgbClr val="172C33"/>
                </a:solidFill>
                <a:latin typeface="DejaVu Sans"/>
                <a:ea typeface="DejaVu Sans"/>
                <a:cs typeface="DejaVu Sans"/>
              </a:rPr>
              <a:t>До поиска: правило неизвестно</a:t>
            </a:r>
          </a:p>
        </p:txBody>
      </p:sp>
      <p:sp>
        <p:nvSpPr>
          <p:cNvPr id="6" name="">
            <a:extLst xmlns:a="http://schemas.openxmlformats.org/drawingml/2006/main">
              <a:ext uri="{FF2B5EF4-FFF2-40B4-BE49-F238E27FC236}">
                <a16:creationId xmlns:a16="http://schemas.microsoft.com/office/drawing/2014/main" id="{6FCCE7E7-7BFD-4B8F-8359-4F2703E092D6}"/>
              </a:ext>
            </a:extLst>
          </p:cNvPr>
          <p:cNvSpPr>
            <a:spLocks xmlns:a="http://schemas.openxmlformats.org/drawingml/2006/main" noGrp="1"/>
          </p:cNvSpPr>
          <p:nvPr/>
        </p:nvSpPr>
        <p:spPr>
          <a:xfrm xmlns:a="http://schemas.openxmlformats.org/drawingml/2006/main">
            <a:off x="2095500" y="3286125"/>
            <a:ext cx="9048750" cy="0"/>
          </a:xfrm>
          <a:prstGeom xmlns:a="http://schemas.openxmlformats.org/drawingml/2006/main" prst="line">
            <a:avLst/>
          </a:prstGeom>
          <a:noFill xmlns:a="http://schemas.openxmlformats.org/drawingml/2006/main"/>
          <a:ln xmlns:a="http://schemas.openxmlformats.org/drawingml/2006/main" w="19050">
            <a:solidFill>
              <a:srgbClr val="CFD7D3"/>
            </a:solidFill>
            <a:prstDash val="solid"/>
          </a:ln>
        </p:spPr>
      </p:sp>
      <p:sp>
        <p:nvSpPr>
          <p:cNvPr id="7" name="">
            <a:extLst xmlns:a="http://schemas.openxmlformats.org/drawingml/2006/main">
              <a:ext uri="{FF2B5EF4-FFF2-40B4-BE49-F238E27FC236}">
                <a16:creationId xmlns:a16="http://schemas.microsoft.com/office/drawing/2014/main" id="{33058C71-67C7-4E4F-AA9D-A235DEA361C2}"/>
              </a:ext>
            </a:extLst>
          </p:cNvPr>
          <p:cNvSpPr>
            <a:spLocks xmlns:a="http://schemas.openxmlformats.org/drawingml/2006/main" noGrp="1"/>
          </p:cNvSpPr>
          <p:nvPr/>
        </p:nvSpPr>
        <p:spPr>
          <a:xfrm xmlns:a="http://schemas.openxmlformats.org/drawingml/2006/main">
            <a:off x="1000125" y="347662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450" b="1">
                <a:solidFill>
                  <a:srgbClr val="087F83"/>
                </a:solidFill>
                <a:latin typeface="DejaVu Sans"/>
                <a:ea typeface="DejaVu Sans"/>
                <a:cs typeface="DejaVu Sans"/>
              </a:defRPr>
            </a:defPPr>
            <a:lvl1pPr algn="l">
              <a:defRPr sz="3450" b="1">
                <a:solidFill>
                  <a:srgbClr val="087F83"/>
                </a:solidFill>
                <a:latin typeface="DejaVu Sans"/>
                <a:ea typeface="DejaVu Sans"/>
                <a:cs typeface="DejaVu Sans"/>
              </a:defRPr>
            </a:lvl1pPr>
            <a:lvl2pPr algn="l">
              <a:defRPr sz="3450" b="1">
                <a:solidFill>
                  <a:srgbClr val="087F83"/>
                </a:solidFill>
                <a:latin typeface="DejaVu Sans"/>
                <a:ea typeface="DejaVu Sans"/>
                <a:cs typeface="DejaVu Sans"/>
              </a:defRPr>
            </a:lvl2pPr>
            <a:lvl3pPr algn="l">
              <a:defRPr sz="3450" b="1">
                <a:solidFill>
                  <a:srgbClr val="087F83"/>
                </a:solidFill>
                <a:latin typeface="DejaVu Sans"/>
                <a:ea typeface="DejaVu Sans"/>
                <a:cs typeface="DejaVu Sans"/>
              </a:defRPr>
            </a:lvl3pPr>
            <a:lvl4pPr algn="l">
              <a:defRPr sz="3450" b="1">
                <a:solidFill>
                  <a:srgbClr val="087F83"/>
                </a:solidFill>
                <a:latin typeface="DejaVu Sans"/>
                <a:ea typeface="DejaVu Sans"/>
                <a:cs typeface="DejaVu Sans"/>
              </a:defRPr>
            </a:lvl4pPr>
            <a:lvl5pPr algn="l">
              <a:defRPr sz="3450" b="1">
                <a:solidFill>
                  <a:srgbClr val="087F83"/>
                </a:solidFill>
                <a:latin typeface="DejaVu Sans"/>
                <a:ea typeface="DejaVu Sans"/>
                <a:cs typeface="DejaVu Sans"/>
              </a:defRPr>
            </a:lvl5pPr>
            <a:lvl6pPr algn="l">
              <a:defRPr sz="3450" b="1">
                <a:solidFill>
                  <a:srgbClr val="087F83"/>
                </a:solidFill>
                <a:latin typeface="DejaVu Sans"/>
                <a:ea typeface="DejaVu Sans"/>
                <a:cs typeface="DejaVu Sans"/>
              </a:defRPr>
            </a:lvl6pPr>
            <a:lvl7pPr algn="l">
              <a:defRPr sz="3450" b="1">
                <a:solidFill>
                  <a:srgbClr val="087F83"/>
                </a:solidFill>
                <a:latin typeface="DejaVu Sans"/>
                <a:ea typeface="DejaVu Sans"/>
                <a:cs typeface="DejaVu Sans"/>
              </a:defRPr>
            </a:lvl7pPr>
            <a:lvl8pPr algn="l">
              <a:defRPr sz="3450" b="1">
                <a:solidFill>
                  <a:srgbClr val="087F83"/>
                </a:solidFill>
                <a:latin typeface="DejaVu Sans"/>
                <a:ea typeface="DejaVu Sans"/>
                <a:cs typeface="DejaVu Sans"/>
              </a:defRPr>
            </a:lvl8pPr>
            <a:lvl9pPr algn="l">
              <a:defRPr sz="3450" b="1">
                <a:solidFill>
                  <a:srgbClr val="087F83"/>
                </a:solidFill>
                <a:latin typeface="DejaVu Sans"/>
                <a:ea typeface="DejaVu Sans"/>
                <a:cs typeface="DejaVu Sans"/>
              </a:defRPr>
            </a:lvl9pPr>
          </a:lstStyle>
          <a:p xmlns:a="http://schemas.openxmlformats.org/drawingml/2006/main">
            <a:pPr algn="l">
              <a:defRPr sz="3450" b="1">
                <a:solidFill>
                  <a:srgbClr val="087F83"/>
                </a:solidFill>
                <a:latin typeface="DejaVu Sans"/>
                <a:ea typeface="DejaVu Sans"/>
                <a:cs typeface="DejaVu Sans"/>
              </a:defRPr>
            </a:pPr>
            <a:r>
              <a:rPr sz="3450" b="1">
                <a:solidFill>
                  <a:srgbClr val="087F83"/>
                </a:solidFill>
                <a:latin typeface="DejaVu Sans"/>
                <a:ea typeface="DejaVu Sans"/>
                <a:cs typeface="DejaVu Sans"/>
              </a:rPr>
              <a:t>2</a:t>
            </a:r>
          </a:p>
        </p:txBody>
      </p:sp>
      <p:sp>
        <p:nvSpPr>
          <p:cNvPr id="8" name="">
            <a:extLst xmlns:a="http://schemas.openxmlformats.org/drawingml/2006/main">
              <a:ext uri="{FF2B5EF4-FFF2-40B4-BE49-F238E27FC236}">
                <a16:creationId xmlns:a16="http://schemas.microsoft.com/office/drawing/2014/main" id="{9C33D8A5-590A-4521-AB5E-E6135806C5BC}"/>
              </a:ext>
            </a:extLst>
          </p:cNvPr>
          <p:cNvSpPr>
            <a:spLocks xmlns:a="http://schemas.openxmlformats.org/drawingml/2006/main" noGrp="1"/>
          </p:cNvSpPr>
          <p:nvPr/>
        </p:nvSpPr>
        <p:spPr>
          <a:xfrm xmlns:a="http://schemas.openxmlformats.org/drawingml/2006/main">
            <a:off x="2095500" y="347662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400" b="0">
                <a:solidFill>
                  <a:srgbClr val="172C33"/>
                </a:solidFill>
                <a:latin typeface="DejaVu Sans"/>
                <a:ea typeface="DejaVu Sans"/>
                <a:cs typeface="DejaVu Sans"/>
              </a:defRPr>
            </a:defPPr>
            <a:lvl1pPr algn="l">
              <a:defRPr sz="2400" b="0">
                <a:solidFill>
                  <a:srgbClr val="172C33"/>
                </a:solidFill>
                <a:latin typeface="DejaVu Sans"/>
                <a:ea typeface="DejaVu Sans"/>
                <a:cs typeface="DejaVu Sans"/>
              </a:defRPr>
            </a:lvl1pPr>
            <a:lvl2pPr algn="l">
              <a:defRPr sz="2400" b="0">
                <a:solidFill>
                  <a:srgbClr val="172C33"/>
                </a:solidFill>
                <a:latin typeface="DejaVu Sans"/>
                <a:ea typeface="DejaVu Sans"/>
                <a:cs typeface="DejaVu Sans"/>
              </a:defRPr>
            </a:lvl2pPr>
            <a:lvl3pPr algn="l">
              <a:defRPr sz="2400" b="0">
                <a:solidFill>
                  <a:srgbClr val="172C33"/>
                </a:solidFill>
                <a:latin typeface="DejaVu Sans"/>
                <a:ea typeface="DejaVu Sans"/>
                <a:cs typeface="DejaVu Sans"/>
              </a:defRPr>
            </a:lvl3pPr>
            <a:lvl4pPr algn="l">
              <a:defRPr sz="2400" b="0">
                <a:solidFill>
                  <a:srgbClr val="172C33"/>
                </a:solidFill>
                <a:latin typeface="DejaVu Sans"/>
                <a:ea typeface="DejaVu Sans"/>
                <a:cs typeface="DejaVu Sans"/>
              </a:defRPr>
            </a:lvl4pPr>
            <a:lvl5pPr algn="l">
              <a:defRPr sz="2400" b="0">
                <a:solidFill>
                  <a:srgbClr val="172C33"/>
                </a:solidFill>
                <a:latin typeface="DejaVu Sans"/>
                <a:ea typeface="DejaVu Sans"/>
                <a:cs typeface="DejaVu Sans"/>
              </a:defRPr>
            </a:lvl5pPr>
            <a:lvl6pPr algn="l">
              <a:defRPr sz="2400" b="0">
                <a:solidFill>
                  <a:srgbClr val="172C33"/>
                </a:solidFill>
                <a:latin typeface="DejaVu Sans"/>
                <a:ea typeface="DejaVu Sans"/>
                <a:cs typeface="DejaVu Sans"/>
              </a:defRPr>
            </a:lvl6pPr>
            <a:lvl7pPr algn="l">
              <a:defRPr sz="2400" b="0">
                <a:solidFill>
                  <a:srgbClr val="172C33"/>
                </a:solidFill>
                <a:latin typeface="DejaVu Sans"/>
                <a:ea typeface="DejaVu Sans"/>
                <a:cs typeface="DejaVu Sans"/>
              </a:defRPr>
            </a:lvl7pPr>
            <a:lvl8pPr algn="l">
              <a:defRPr sz="2400" b="0">
                <a:solidFill>
                  <a:srgbClr val="172C33"/>
                </a:solidFill>
                <a:latin typeface="DejaVu Sans"/>
                <a:ea typeface="DejaVu Sans"/>
                <a:cs typeface="DejaVu Sans"/>
              </a:defRPr>
            </a:lvl8pPr>
            <a:lvl9pPr algn="l">
              <a:defRPr sz="2400" b="0">
                <a:solidFill>
                  <a:srgbClr val="172C33"/>
                </a:solidFill>
                <a:latin typeface="DejaVu Sans"/>
                <a:ea typeface="DejaVu Sans"/>
                <a:cs typeface="DejaVu Sans"/>
              </a:defRPr>
            </a:lvl9pPr>
          </a:lstStyle>
          <a:p xmlns:a="http://schemas.openxmlformats.org/drawingml/2006/main">
            <a:pPr algn="l">
              <a:defRPr sz="2400" b="0">
                <a:solidFill>
                  <a:srgbClr val="172C33"/>
                </a:solidFill>
                <a:latin typeface="DejaVu Sans"/>
                <a:ea typeface="DejaVu Sans"/>
                <a:cs typeface="DejaVu Sans"/>
              </a:defRPr>
            </a:pPr>
            <a:r>
              <a:rPr sz="2400" b="0">
                <a:solidFill>
                  <a:srgbClr val="172C33"/>
                </a:solidFill>
                <a:latin typeface="DejaVu Sans"/>
                <a:ea typeface="DejaVu Sans"/>
                <a:cs typeface="DejaVu Sans"/>
              </a:rPr>
              <a:t>После поиска: найдено IT-01</a:t>
            </a:r>
          </a:p>
        </p:txBody>
      </p:sp>
      <p:sp>
        <p:nvSpPr>
          <p:cNvPr id="9" name="">
            <a:extLst xmlns:a="http://schemas.openxmlformats.org/drawingml/2006/main">
              <a:ext uri="{FF2B5EF4-FFF2-40B4-BE49-F238E27FC236}">
                <a16:creationId xmlns:a16="http://schemas.microsoft.com/office/drawing/2014/main" id="{4CCB06CF-4ABB-45BB-905C-C6E91111A90D}"/>
              </a:ext>
            </a:extLst>
          </p:cNvPr>
          <p:cNvSpPr>
            <a:spLocks xmlns:a="http://schemas.openxmlformats.org/drawingml/2006/main" noGrp="1"/>
          </p:cNvSpPr>
          <p:nvPr/>
        </p:nvSpPr>
        <p:spPr>
          <a:xfrm xmlns:a="http://schemas.openxmlformats.org/drawingml/2006/main">
            <a:off x="2095500" y="4238625"/>
            <a:ext cx="9048750" cy="0"/>
          </a:xfrm>
          <a:prstGeom xmlns:a="http://schemas.openxmlformats.org/drawingml/2006/main" prst="line">
            <a:avLst/>
          </a:prstGeom>
          <a:noFill xmlns:a="http://schemas.openxmlformats.org/drawingml/2006/main"/>
          <a:ln xmlns:a="http://schemas.openxmlformats.org/drawingml/2006/main" w="19050">
            <a:solidFill>
              <a:srgbClr val="CFD7D3"/>
            </a:solidFill>
            <a:prstDash val="solid"/>
          </a:ln>
        </p:spPr>
      </p:sp>
      <p:sp>
        <p:nvSpPr>
          <p:cNvPr id="10" name="">
            <a:extLst xmlns:a="http://schemas.openxmlformats.org/drawingml/2006/main">
              <a:ext uri="{FF2B5EF4-FFF2-40B4-BE49-F238E27FC236}">
                <a16:creationId xmlns:a16="http://schemas.microsoft.com/office/drawing/2014/main" id="{00CE821B-B70B-4F46-9CD0-2FD6F7FFBE82}"/>
              </a:ext>
            </a:extLst>
          </p:cNvPr>
          <p:cNvSpPr>
            <a:spLocks xmlns:a="http://schemas.openxmlformats.org/drawingml/2006/main" noGrp="1"/>
          </p:cNvSpPr>
          <p:nvPr/>
        </p:nvSpPr>
        <p:spPr>
          <a:xfrm xmlns:a="http://schemas.openxmlformats.org/drawingml/2006/main">
            <a:off x="1000125" y="4429125"/>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450" b="1">
                <a:solidFill>
                  <a:srgbClr val="087F83"/>
                </a:solidFill>
                <a:latin typeface="DejaVu Sans"/>
                <a:ea typeface="DejaVu Sans"/>
                <a:cs typeface="DejaVu Sans"/>
              </a:defRPr>
            </a:defPPr>
            <a:lvl1pPr algn="l">
              <a:defRPr sz="3450" b="1">
                <a:solidFill>
                  <a:srgbClr val="087F83"/>
                </a:solidFill>
                <a:latin typeface="DejaVu Sans"/>
                <a:ea typeface="DejaVu Sans"/>
                <a:cs typeface="DejaVu Sans"/>
              </a:defRPr>
            </a:lvl1pPr>
            <a:lvl2pPr algn="l">
              <a:defRPr sz="3450" b="1">
                <a:solidFill>
                  <a:srgbClr val="087F83"/>
                </a:solidFill>
                <a:latin typeface="DejaVu Sans"/>
                <a:ea typeface="DejaVu Sans"/>
                <a:cs typeface="DejaVu Sans"/>
              </a:defRPr>
            </a:lvl2pPr>
            <a:lvl3pPr algn="l">
              <a:defRPr sz="3450" b="1">
                <a:solidFill>
                  <a:srgbClr val="087F83"/>
                </a:solidFill>
                <a:latin typeface="DejaVu Sans"/>
                <a:ea typeface="DejaVu Sans"/>
                <a:cs typeface="DejaVu Sans"/>
              </a:defRPr>
            </a:lvl3pPr>
            <a:lvl4pPr algn="l">
              <a:defRPr sz="3450" b="1">
                <a:solidFill>
                  <a:srgbClr val="087F83"/>
                </a:solidFill>
                <a:latin typeface="DejaVu Sans"/>
                <a:ea typeface="DejaVu Sans"/>
                <a:cs typeface="DejaVu Sans"/>
              </a:defRPr>
            </a:lvl4pPr>
            <a:lvl5pPr algn="l">
              <a:defRPr sz="3450" b="1">
                <a:solidFill>
                  <a:srgbClr val="087F83"/>
                </a:solidFill>
                <a:latin typeface="DejaVu Sans"/>
                <a:ea typeface="DejaVu Sans"/>
                <a:cs typeface="DejaVu Sans"/>
              </a:defRPr>
            </a:lvl5pPr>
            <a:lvl6pPr algn="l">
              <a:defRPr sz="3450" b="1">
                <a:solidFill>
                  <a:srgbClr val="087F83"/>
                </a:solidFill>
                <a:latin typeface="DejaVu Sans"/>
                <a:ea typeface="DejaVu Sans"/>
                <a:cs typeface="DejaVu Sans"/>
              </a:defRPr>
            </a:lvl6pPr>
            <a:lvl7pPr algn="l">
              <a:defRPr sz="3450" b="1">
                <a:solidFill>
                  <a:srgbClr val="087F83"/>
                </a:solidFill>
                <a:latin typeface="DejaVu Sans"/>
                <a:ea typeface="DejaVu Sans"/>
                <a:cs typeface="DejaVu Sans"/>
              </a:defRPr>
            </a:lvl7pPr>
            <a:lvl8pPr algn="l">
              <a:defRPr sz="3450" b="1">
                <a:solidFill>
                  <a:srgbClr val="087F83"/>
                </a:solidFill>
                <a:latin typeface="DejaVu Sans"/>
                <a:ea typeface="DejaVu Sans"/>
                <a:cs typeface="DejaVu Sans"/>
              </a:defRPr>
            </a:lvl8pPr>
            <a:lvl9pPr algn="l">
              <a:defRPr sz="3450" b="1">
                <a:solidFill>
                  <a:srgbClr val="087F83"/>
                </a:solidFill>
                <a:latin typeface="DejaVu Sans"/>
                <a:ea typeface="DejaVu Sans"/>
                <a:cs typeface="DejaVu Sans"/>
              </a:defRPr>
            </a:lvl9pPr>
          </a:lstStyle>
          <a:p xmlns:a="http://schemas.openxmlformats.org/drawingml/2006/main">
            <a:pPr algn="l">
              <a:defRPr sz="3450" b="1">
                <a:solidFill>
                  <a:srgbClr val="087F83"/>
                </a:solidFill>
                <a:latin typeface="DejaVu Sans"/>
                <a:ea typeface="DejaVu Sans"/>
                <a:cs typeface="DejaVu Sans"/>
              </a:defRPr>
            </a:pPr>
            <a:r>
              <a:rPr sz="3450" b="1">
                <a:solidFill>
                  <a:srgbClr val="087F83"/>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3FCFAB39-878B-403A-A441-6F11B6A279B4}"/>
              </a:ext>
            </a:extLst>
          </p:cNvPr>
          <p:cNvSpPr>
            <a:spLocks xmlns:a="http://schemas.openxmlformats.org/drawingml/2006/main" noGrp="1"/>
          </p:cNvSpPr>
          <p:nvPr/>
        </p:nvSpPr>
        <p:spPr>
          <a:xfrm xmlns:a="http://schemas.openxmlformats.org/drawingml/2006/main">
            <a:off x="2095500" y="442912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400" b="0">
                <a:solidFill>
                  <a:srgbClr val="172C33"/>
                </a:solidFill>
                <a:latin typeface="DejaVu Sans"/>
                <a:ea typeface="DejaVu Sans"/>
                <a:cs typeface="DejaVu Sans"/>
              </a:defRPr>
            </a:defPPr>
            <a:lvl1pPr algn="l">
              <a:defRPr sz="2400" b="0">
                <a:solidFill>
                  <a:srgbClr val="172C33"/>
                </a:solidFill>
                <a:latin typeface="DejaVu Sans"/>
                <a:ea typeface="DejaVu Sans"/>
                <a:cs typeface="DejaVu Sans"/>
              </a:defRPr>
            </a:lvl1pPr>
            <a:lvl2pPr algn="l">
              <a:defRPr sz="2400" b="0">
                <a:solidFill>
                  <a:srgbClr val="172C33"/>
                </a:solidFill>
                <a:latin typeface="DejaVu Sans"/>
                <a:ea typeface="DejaVu Sans"/>
                <a:cs typeface="DejaVu Sans"/>
              </a:defRPr>
            </a:lvl2pPr>
            <a:lvl3pPr algn="l">
              <a:defRPr sz="2400" b="0">
                <a:solidFill>
                  <a:srgbClr val="172C33"/>
                </a:solidFill>
                <a:latin typeface="DejaVu Sans"/>
                <a:ea typeface="DejaVu Sans"/>
                <a:cs typeface="DejaVu Sans"/>
              </a:defRPr>
            </a:lvl3pPr>
            <a:lvl4pPr algn="l">
              <a:defRPr sz="2400" b="0">
                <a:solidFill>
                  <a:srgbClr val="172C33"/>
                </a:solidFill>
                <a:latin typeface="DejaVu Sans"/>
                <a:ea typeface="DejaVu Sans"/>
                <a:cs typeface="DejaVu Sans"/>
              </a:defRPr>
            </a:lvl4pPr>
            <a:lvl5pPr algn="l">
              <a:defRPr sz="2400" b="0">
                <a:solidFill>
                  <a:srgbClr val="172C33"/>
                </a:solidFill>
                <a:latin typeface="DejaVu Sans"/>
                <a:ea typeface="DejaVu Sans"/>
                <a:cs typeface="DejaVu Sans"/>
              </a:defRPr>
            </a:lvl5pPr>
            <a:lvl6pPr algn="l">
              <a:defRPr sz="2400" b="0">
                <a:solidFill>
                  <a:srgbClr val="172C33"/>
                </a:solidFill>
                <a:latin typeface="DejaVu Sans"/>
                <a:ea typeface="DejaVu Sans"/>
                <a:cs typeface="DejaVu Sans"/>
              </a:defRPr>
            </a:lvl6pPr>
            <a:lvl7pPr algn="l">
              <a:defRPr sz="2400" b="0">
                <a:solidFill>
                  <a:srgbClr val="172C33"/>
                </a:solidFill>
                <a:latin typeface="DejaVu Sans"/>
                <a:ea typeface="DejaVu Sans"/>
                <a:cs typeface="DejaVu Sans"/>
              </a:defRPr>
            </a:lvl7pPr>
            <a:lvl8pPr algn="l">
              <a:defRPr sz="2400" b="0">
                <a:solidFill>
                  <a:srgbClr val="172C33"/>
                </a:solidFill>
                <a:latin typeface="DejaVu Sans"/>
                <a:ea typeface="DejaVu Sans"/>
                <a:cs typeface="DejaVu Sans"/>
              </a:defRPr>
            </a:lvl8pPr>
            <a:lvl9pPr algn="l">
              <a:defRPr sz="2400" b="0">
                <a:solidFill>
                  <a:srgbClr val="172C33"/>
                </a:solidFill>
                <a:latin typeface="DejaVu Sans"/>
                <a:ea typeface="DejaVu Sans"/>
                <a:cs typeface="DejaVu Sans"/>
              </a:defRPr>
            </a:lvl9pPr>
          </a:lstStyle>
          <a:p xmlns:a="http://schemas.openxmlformats.org/drawingml/2006/main">
            <a:pPr algn="l">
              <a:defRPr sz="2400" b="0">
                <a:solidFill>
                  <a:srgbClr val="172C33"/>
                </a:solidFill>
                <a:latin typeface="DejaVu Sans"/>
                <a:ea typeface="DejaVu Sans"/>
                <a:cs typeface="DejaVu Sans"/>
              </a:defRPr>
            </a:pPr>
            <a:r>
              <a:rPr sz="2400" b="0">
                <a:solidFill>
                  <a:srgbClr val="172C33"/>
                </a:solidFill>
                <a:latin typeface="DejaVu Sans"/>
                <a:ea typeface="DejaVu Sans"/>
                <a:cs typeface="DejaVu Sans"/>
              </a:rPr>
              <a:t>После получения срока: известно 24 часа</a:t>
            </a:r>
          </a:p>
        </p:txBody>
      </p:sp>
      <p:sp>
        <p:nvSpPr>
          <p:cNvPr id="12" name="">
            <a:extLst xmlns:a="http://schemas.openxmlformats.org/drawingml/2006/main">
              <a:ext uri="{FF2B5EF4-FFF2-40B4-BE49-F238E27FC236}">
                <a16:creationId xmlns:a16="http://schemas.microsoft.com/office/drawing/2014/main" id="{C8B82E7E-F5D5-4C2F-B10A-DE838EC5585C}"/>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3" name="">
            <a:extLst xmlns:a="http://schemas.openxmlformats.org/drawingml/2006/main">
              <a:ext uri="{FF2B5EF4-FFF2-40B4-BE49-F238E27FC236}">
                <a16:creationId xmlns:a16="http://schemas.microsoft.com/office/drawing/2014/main" id="{F06D59A1-4EEB-419B-8480-C3A499617115}"/>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История разговора и проверенное состояние приложения различаются.</a:t>
            </a:r>
          </a:p>
        </p:txBody>
      </p:sp>
      <p:sp>
        <p:nvSpPr>
          <p:cNvPr id="14" name="">
            <a:extLst xmlns:a="http://schemas.openxmlformats.org/drawingml/2006/main">
              <a:ext uri="{FF2B5EF4-FFF2-40B4-BE49-F238E27FC236}">
                <a16:creationId xmlns:a16="http://schemas.microsoft.com/office/drawing/2014/main" id="{445D11BD-23A0-40CA-8F8C-C2B18EB691B2}"/>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11 / 32</a:t>
            </a:r>
          </a:p>
        </p:txBody>
      </p:sp>
    </p:spTree>
    <p:extLst>
      <p:ext uri="{BB962C8B-B14F-4D97-AF65-F5344CB8AC3E}">
        <p14:creationId xmlns:p14="http://schemas.microsoft.com/office/powerpoint/2010/main" val="1834385923"/>
      </p:ext>
    </p:extLst>
  </p:cSld>
</p:sld>
</file>

<file path=ppt/slides/slide1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86B3435-3EB1-482A-969B-E078A351E251}"/>
              </a:ext>
            </a:extLst>
          </p:cNvPr>
          <p:cNvCxnSpPr>
            <a:stCxn xmlns:a="http://schemas.openxmlformats.org/drawingml/2006/main" id="4" idx="3"/>
            <a:endCxn xmlns:a="http://schemas.openxmlformats.org/drawingml/2006/main" id="9" idx="1"/>
          </p:cNvCxnSpPr>
          <p:nvPr/>
        </p:nvCxnSpPr>
        <p:spPr>
          <a:xfrm xmlns:a="http://schemas.openxmlformats.org/drawingml/2006/main">
            <a:off x="4524375" y="3976688"/>
            <a:ext cx="2047875" cy="881063"/>
          </a:xfrm>
          <a:prstGeom xmlns:a="http://schemas.openxmlformats.org/drawingml/2006/main" prst="bentConnector3">
            <a:avLst>
              <a:gd name="adj1" fmla="val 50000"/>
            </a:avLst>
          </a:prstGeom>
          <a:ln xmlns:a="http://schemas.openxmlformats.org/drawingml/2006/main" w="28575">
            <a:solidFill>
              <a:srgbClr val="A3B2B1"/>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45687F5-DAD4-49C6-A1EF-0B648049F02E}"/>
              </a:ext>
            </a:extLst>
          </p:cNvPr>
          <p:cNvCxnSpPr>
            <a:stCxn xmlns:a="http://schemas.openxmlformats.org/drawingml/2006/main" id="4" idx="3"/>
            <a:endCxn xmlns:a="http://schemas.openxmlformats.org/drawingml/2006/main" id="7" idx="1"/>
          </p:cNvCxnSpPr>
          <p:nvPr/>
        </p:nvCxnSpPr>
        <p:spPr>
          <a:xfrm xmlns:a="http://schemas.openxmlformats.org/drawingml/2006/main" flipV="1">
            <a:off x="4524375" y="3810000"/>
            <a:ext cx="2047875" cy="166688"/>
          </a:xfrm>
          <a:prstGeom xmlns:a="http://schemas.openxmlformats.org/drawingml/2006/main" prst="bentConnector3">
            <a:avLst>
              <a:gd name="adj1" fmla="val 50000"/>
            </a:avLst>
          </a:prstGeom>
          <a:ln xmlns:a="http://schemas.openxmlformats.org/drawingml/2006/main" w="28575">
            <a:solidFill>
              <a:srgbClr val="A3B2B1"/>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77C08264-4C64-4A14-B974-574F25400CA5}"/>
              </a:ext>
            </a:extLst>
          </p:cNvPr>
          <p:cNvCxnSpPr>
            <a:stCxn xmlns:a="http://schemas.openxmlformats.org/drawingml/2006/main" id="4" idx="3"/>
            <a:endCxn xmlns:a="http://schemas.openxmlformats.org/drawingml/2006/main" id="5" idx="1"/>
          </p:cNvCxnSpPr>
          <p:nvPr/>
        </p:nvCxnSpPr>
        <p:spPr>
          <a:xfrm xmlns:a="http://schemas.openxmlformats.org/drawingml/2006/main" flipV="1">
            <a:off x="4524375" y="2762250"/>
            <a:ext cx="2047875" cy="1214438"/>
          </a:xfrm>
          <a:prstGeom xmlns:a="http://schemas.openxmlformats.org/drawingml/2006/main" prst="bentConnector3">
            <a:avLst>
              <a:gd name="adj1" fmla="val 50000"/>
            </a:avLst>
          </a:prstGeom>
          <a:ln xmlns:a="http://schemas.openxmlformats.org/drawingml/2006/main" w="28575">
            <a:solidFill>
              <a:srgbClr val="087F83"/>
            </a:solidFill>
            <a:prstDash val="solid"/>
            <a:tailEnd type="arrow" w="med" len="med"/>
          </a:ln>
        </p:spPr>
      </p:cxnSp>
      <p:sp>
        <p:nvSpPr>
          <p:cNvPr id="14" name="">
            <a:extLst xmlns:a="http://schemas.openxmlformats.org/drawingml/2006/main">
              <a:ext uri="{FF2B5EF4-FFF2-40B4-BE49-F238E27FC236}">
                <a16:creationId xmlns:a16="http://schemas.microsoft.com/office/drawing/2014/main" id="{9FD614E3-A557-40F2-8095-52E160F21104}"/>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30F85C46-5148-4C00-B41E-5CC1D18577AB}"/>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Поиск в учебной памятке</a:t>
            </a:r>
          </a:p>
        </p:txBody>
      </p:sp>
      <p:sp>
        <p:nvSpPr>
          <p:cNvPr id="3" name="">
            <a:extLst xmlns:a="http://schemas.openxmlformats.org/drawingml/2006/main">
              <a:ext uri="{FF2B5EF4-FFF2-40B4-BE49-F238E27FC236}">
                <a16:creationId xmlns:a16="http://schemas.microsoft.com/office/drawing/2014/main" id="{9C636287-491E-44FF-8CCE-DC9960A81701}"/>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Слово «установить» совпадает с ключом «установ».</a:t>
            </a:r>
          </a:p>
        </p:txBody>
      </p:sp>
      <p:sp>
        <p:nvSpPr>
          <p:cNvPr id="4" name="">
            <a:extLst xmlns:a="http://schemas.openxmlformats.org/drawingml/2006/main">
              <a:ext uri="{FF2B5EF4-FFF2-40B4-BE49-F238E27FC236}">
                <a16:creationId xmlns:a16="http://schemas.microsoft.com/office/drawing/2014/main" id="{2D5B8324-7F5A-41AB-BA58-0A83440E721C}"/>
              </a:ext>
            </a:extLst>
          </p:cNvPr>
          <p:cNvSpPr>
            <a:spLocks xmlns:a="http://schemas.openxmlformats.org/drawingml/2006/main" noGrp="1"/>
          </p:cNvSpPr>
          <p:nvPr/>
        </p:nvSpPr>
        <p:spPr>
          <a:xfrm xmlns:a="http://schemas.openxmlformats.org/drawingml/2006/main">
            <a:off x="714375" y="3381375"/>
            <a:ext cx="3810000" cy="1190625"/>
          </a:xfrm>
          <a:prstGeom xmlns:a="http://schemas.openxmlformats.org/drawingml/2006/main" prst="roundRect">
            <a:avLst>
              <a:gd name="adj" fmla="val 64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Вопрос: установить редактор</a:t>
            </a:r>
          </a:p>
        </p:txBody>
      </p:sp>
      <p:sp>
        <p:nvSpPr>
          <p:cNvPr id="5" name="">
            <a:extLst xmlns:a="http://schemas.openxmlformats.org/drawingml/2006/main">
              <a:ext uri="{FF2B5EF4-FFF2-40B4-BE49-F238E27FC236}">
                <a16:creationId xmlns:a16="http://schemas.microsoft.com/office/drawing/2014/main" id="{6AE3A69B-2D5A-4620-95A8-A3D1C3286CDC}"/>
              </a:ext>
            </a:extLst>
          </p:cNvPr>
          <p:cNvSpPr>
            <a:spLocks xmlns:a="http://schemas.openxmlformats.org/drawingml/2006/main" noGrp="1"/>
          </p:cNvSpPr>
          <p:nvPr/>
        </p:nvSpPr>
        <p:spPr>
          <a:xfrm xmlns:a="http://schemas.openxmlformats.org/drawingml/2006/main">
            <a:off x="6572250" y="2381250"/>
            <a:ext cx="4762500" cy="762000"/>
          </a:xfrm>
          <a:prstGeom xmlns:a="http://schemas.openxmlformats.org/drawingml/2006/main" prst="roundRect">
            <a:avLst>
              <a:gd name="adj" fmla="val 10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IT-01: установка ПО</a:t>
            </a:r>
          </a:p>
        </p:txBody>
      </p:sp>
      <p:sp>
        <p:nvSpPr>
          <p:cNvPr id="7" name="">
            <a:extLst xmlns:a="http://schemas.openxmlformats.org/drawingml/2006/main">
              <a:ext uri="{FF2B5EF4-FFF2-40B4-BE49-F238E27FC236}">
                <a16:creationId xmlns:a16="http://schemas.microsoft.com/office/drawing/2014/main" id="{00D7F96C-451C-4B7F-BF87-0A478DD09E32}"/>
              </a:ext>
            </a:extLst>
          </p:cNvPr>
          <p:cNvSpPr>
            <a:spLocks xmlns:a="http://schemas.openxmlformats.org/drawingml/2006/main" noGrp="1"/>
          </p:cNvSpPr>
          <p:nvPr/>
        </p:nvSpPr>
        <p:spPr>
          <a:xfrm xmlns:a="http://schemas.openxmlformats.org/drawingml/2006/main">
            <a:off x="6572250" y="3429000"/>
            <a:ext cx="4762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9050">
            <a:solidFill>
              <a:srgbClr val="52686F"/>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IT-02: восстановление доступа</a:t>
            </a:r>
          </a:p>
        </p:txBody>
      </p:sp>
      <p:sp>
        <p:nvSpPr>
          <p:cNvPr id="9" name="">
            <a:extLst xmlns:a="http://schemas.openxmlformats.org/drawingml/2006/main">
              <a:ext uri="{FF2B5EF4-FFF2-40B4-BE49-F238E27FC236}">
                <a16:creationId xmlns:a16="http://schemas.microsoft.com/office/drawing/2014/main" id="{B2994C98-B034-4529-A8C1-D4835ABE965D}"/>
              </a:ext>
            </a:extLst>
          </p:cNvPr>
          <p:cNvSpPr>
            <a:spLocks xmlns:a="http://schemas.openxmlformats.org/drawingml/2006/main" noGrp="1"/>
          </p:cNvSpPr>
          <p:nvPr/>
        </p:nvSpPr>
        <p:spPr>
          <a:xfrm xmlns:a="http://schemas.openxmlformats.org/drawingml/2006/main">
            <a:off x="6572250" y="4476750"/>
            <a:ext cx="4762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9050">
            <a:solidFill>
              <a:srgbClr val="52686F"/>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HR-01: справка</a:t>
            </a:r>
          </a:p>
        </p:txBody>
      </p:sp>
      <p:sp>
        <p:nvSpPr>
          <p:cNvPr id="11" name="">
            <a:extLst xmlns:a="http://schemas.openxmlformats.org/drawingml/2006/main">
              <a:ext uri="{FF2B5EF4-FFF2-40B4-BE49-F238E27FC236}">
                <a16:creationId xmlns:a16="http://schemas.microsoft.com/office/drawing/2014/main" id="{C9E6CB68-FCFE-4499-B694-AB1CD5169F7C}"/>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0DC481FD-F900-45FE-AE81-864CC3B89387}"/>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Это поиск по началу слов, а не понимание всего смысла.</a:t>
            </a:r>
          </a:p>
        </p:txBody>
      </p:sp>
      <p:sp>
        <p:nvSpPr>
          <p:cNvPr id="13" name="">
            <a:extLst xmlns:a="http://schemas.openxmlformats.org/drawingml/2006/main">
              <a:ext uri="{FF2B5EF4-FFF2-40B4-BE49-F238E27FC236}">
                <a16:creationId xmlns:a16="http://schemas.microsoft.com/office/drawing/2014/main" id="{698FA0F5-3C06-4DB0-AE9F-366B1C883064}"/>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12 / 32</a:t>
            </a:r>
          </a:p>
        </p:txBody>
      </p:sp>
    </p:spTree>
    <p:extLst>
      <p:ext uri="{BB962C8B-B14F-4D97-AF65-F5344CB8AC3E}">
        <p14:creationId xmlns:p14="http://schemas.microsoft.com/office/powerpoint/2010/main" val="56123877"/>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84AE358-E080-47CF-B0FA-BB79B3CDD0D8}"/>
              </a:ext>
            </a:extLst>
          </p:cNvPr>
          <p:cNvCxnSpPr>
            <a:stCxn xmlns:a="http://schemas.openxmlformats.org/drawingml/2006/main" id="7" idx="3"/>
            <a:endCxn xmlns:a="http://schemas.openxmlformats.org/drawingml/2006/main" id="8" idx="1"/>
          </p:cNvCxnSpPr>
          <p:nvPr/>
        </p:nvCxnSpPr>
        <p:spPr>
          <a:xfrm xmlns:a="http://schemas.openxmlformats.org/drawingml/2006/main">
            <a:off x="5429250" y="4762500"/>
            <a:ext cx="17145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2D7DC804-60E8-4589-84A9-102725ABA95E}"/>
              </a:ext>
            </a:extLst>
          </p:cNvPr>
          <p:cNvCxnSpPr>
            <a:stCxn xmlns:a="http://schemas.openxmlformats.org/drawingml/2006/main" id="4" idx="3"/>
            <a:endCxn xmlns:a="http://schemas.openxmlformats.org/drawingml/2006/main" id="5" idx="1"/>
          </p:cNvCxnSpPr>
          <p:nvPr/>
        </p:nvCxnSpPr>
        <p:spPr>
          <a:xfrm xmlns:a="http://schemas.openxmlformats.org/drawingml/2006/main">
            <a:off x="5429250" y="3095625"/>
            <a:ext cx="17145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3" name="">
            <a:extLst xmlns:a="http://schemas.openxmlformats.org/drawingml/2006/main">
              <a:ext uri="{FF2B5EF4-FFF2-40B4-BE49-F238E27FC236}">
                <a16:creationId xmlns:a16="http://schemas.microsoft.com/office/drawing/2014/main" id="{EA3B06FB-3167-4931-99B4-B9A6CD75A80D}"/>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2398D527-738E-4828-A084-B1F2EDCA4EA5}"/>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Другой вопрос меняет источник</a:t>
            </a:r>
          </a:p>
        </p:txBody>
      </p:sp>
      <p:sp>
        <p:nvSpPr>
          <p:cNvPr id="3" name="">
            <a:extLst xmlns:a="http://schemas.openxmlformats.org/drawingml/2006/main">
              <a:ext uri="{FF2B5EF4-FFF2-40B4-BE49-F238E27FC236}">
                <a16:creationId xmlns:a16="http://schemas.microsoft.com/office/drawing/2014/main" id="{835358CC-B329-48F0-8BDA-3BAC3A60B95E}"/>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Изменим только содержание обращения.</a:t>
            </a:r>
          </a:p>
        </p:txBody>
      </p:sp>
      <p:sp>
        <p:nvSpPr>
          <p:cNvPr id="4" name="">
            <a:extLst xmlns:a="http://schemas.openxmlformats.org/drawingml/2006/main">
              <a:ext uri="{FF2B5EF4-FFF2-40B4-BE49-F238E27FC236}">
                <a16:creationId xmlns:a16="http://schemas.microsoft.com/office/drawing/2014/main" id="{89AE4325-4DB9-4451-9E31-E6671745F4EB}"/>
              </a:ext>
            </a:extLst>
          </p:cNvPr>
          <p:cNvSpPr>
            <a:spLocks xmlns:a="http://schemas.openxmlformats.org/drawingml/2006/main" noGrp="1"/>
          </p:cNvSpPr>
          <p:nvPr/>
        </p:nvSpPr>
        <p:spPr>
          <a:xfrm xmlns:a="http://schemas.openxmlformats.org/drawingml/2006/main">
            <a:off x="952500" y="2619375"/>
            <a:ext cx="4476750" cy="952500"/>
          </a:xfrm>
          <a:prstGeom xmlns:a="http://schemas.openxmlformats.org/drawingml/2006/main" prst="roundRect">
            <a:avLst>
              <a:gd name="adj" fmla="val 8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Установить редактор</a:t>
            </a:r>
          </a:p>
        </p:txBody>
      </p:sp>
      <p:sp>
        <p:nvSpPr>
          <p:cNvPr id="5" name="">
            <a:extLst xmlns:a="http://schemas.openxmlformats.org/drawingml/2006/main">
              <a:ext uri="{FF2B5EF4-FFF2-40B4-BE49-F238E27FC236}">
                <a16:creationId xmlns:a16="http://schemas.microsoft.com/office/drawing/2014/main" id="{90CD6B5E-3DC7-47A4-8596-8D14D6EA670D}"/>
              </a:ext>
            </a:extLst>
          </p:cNvPr>
          <p:cNvSpPr>
            <a:spLocks xmlns:a="http://schemas.openxmlformats.org/drawingml/2006/main" noGrp="1"/>
          </p:cNvSpPr>
          <p:nvPr/>
        </p:nvSpPr>
        <p:spPr>
          <a:xfrm xmlns:a="http://schemas.openxmlformats.org/drawingml/2006/main">
            <a:off x="7143750" y="2619375"/>
            <a:ext cx="4095750" cy="952500"/>
          </a:xfrm>
          <a:prstGeom xmlns:a="http://schemas.openxmlformats.org/drawingml/2006/main" prst="roundRect">
            <a:avLst>
              <a:gd name="adj" fmla="val 8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IT-01</a:t>
            </a:r>
          </a:p>
        </p:txBody>
      </p:sp>
      <p:sp>
        <p:nvSpPr>
          <p:cNvPr id="7" name="">
            <a:extLst xmlns:a="http://schemas.openxmlformats.org/drawingml/2006/main">
              <a:ext uri="{FF2B5EF4-FFF2-40B4-BE49-F238E27FC236}">
                <a16:creationId xmlns:a16="http://schemas.microsoft.com/office/drawing/2014/main" id="{03134B5D-C67D-460B-835A-DEDA7D5ED5A3}"/>
              </a:ext>
            </a:extLst>
          </p:cNvPr>
          <p:cNvSpPr>
            <a:spLocks xmlns:a="http://schemas.openxmlformats.org/drawingml/2006/main" noGrp="1"/>
          </p:cNvSpPr>
          <p:nvPr/>
        </p:nvSpPr>
        <p:spPr>
          <a:xfrm xmlns:a="http://schemas.openxmlformats.org/drawingml/2006/main">
            <a:off x="952500" y="4286250"/>
            <a:ext cx="4476750" cy="952500"/>
          </a:xfrm>
          <a:prstGeom xmlns:a="http://schemas.openxmlformats.org/drawingml/2006/main" prst="roundRect">
            <a:avLst>
              <a:gd name="adj" fmla="val 8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Восстановить доступ</a:t>
            </a:r>
          </a:p>
        </p:txBody>
      </p:sp>
      <p:sp>
        <p:nvSpPr>
          <p:cNvPr id="8" name="">
            <a:extLst xmlns:a="http://schemas.openxmlformats.org/drawingml/2006/main">
              <a:ext uri="{FF2B5EF4-FFF2-40B4-BE49-F238E27FC236}">
                <a16:creationId xmlns:a16="http://schemas.microsoft.com/office/drawing/2014/main" id="{7580B544-2994-41A8-8EF5-5D2AA6830FAF}"/>
              </a:ext>
            </a:extLst>
          </p:cNvPr>
          <p:cNvSpPr>
            <a:spLocks xmlns:a="http://schemas.openxmlformats.org/drawingml/2006/main" noGrp="1"/>
          </p:cNvSpPr>
          <p:nvPr/>
        </p:nvSpPr>
        <p:spPr>
          <a:xfrm xmlns:a="http://schemas.openxmlformats.org/drawingml/2006/main">
            <a:off x="7143750" y="4286250"/>
            <a:ext cx="4095750" cy="952500"/>
          </a:xfrm>
          <a:prstGeom xmlns:a="http://schemas.openxmlformats.org/drawingml/2006/main" prst="roundRect">
            <a:avLst>
              <a:gd name="adj" fmla="val 8000"/>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IT-02</a:t>
            </a:r>
          </a:p>
        </p:txBody>
      </p:sp>
      <p:sp>
        <p:nvSpPr>
          <p:cNvPr id="10" name="">
            <a:extLst xmlns:a="http://schemas.openxmlformats.org/drawingml/2006/main">
              <a:ext uri="{FF2B5EF4-FFF2-40B4-BE49-F238E27FC236}">
                <a16:creationId xmlns:a16="http://schemas.microsoft.com/office/drawing/2014/main" id="{4FBBD572-C146-43DE-B596-A668FD03F518}"/>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1" name="">
            <a:extLst xmlns:a="http://schemas.openxmlformats.org/drawingml/2006/main">
              <a:ext uri="{FF2B5EF4-FFF2-40B4-BE49-F238E27FC236}">
                <a16:creationId xmlns:a16="http://schemas.microsoft.com/office/drawing/2014/main" id="{2007FAA6-3023-49FE-AF94-AF6AB1E1F918}"/>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Сравнение одного изменения помогает увидеть причину результата.</a:t>
            </a:r>
          </a:p>
        </p:txBody>
      </p:sp>
      <p:sp>
        <p:nvSpPr>
          <p:cNvPr id="12" name="">
            <a:extLst xmlns:a="http://schemas.openxmlformats.org/drawingml/2006/main">
              <a:ext uri="{FF2B5EF4-FFF2-40B4-BE49-F238E27FC236}">
                <a16:creationId xmlns:a16="http://schemas.microsoft.com/office/drawing/2014/main" id="{E934C6DB-4E70-46C0-B4D2-06E3FFB773E5}"/>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13 / 32</a:t>
            </a:r>
          </a:p>
        </p:txBody>
      </p:sp>
    </p:spTree>
    <p:extLst>
      <p:ext uri="{BB962C8B-B14F-4D97-AF65-F5344CB8AC3E}">
        <p14:creationId xmlns:p14="http://schemas.microsoft.com/office/powerpoint/2010/main" val="1453255792"/>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E4E2992-167F-4A1C-ACD0-55413B63B83C}"/>
              </a:ext>
            </a:extLst>
          </p:cNvPr>
          <p:cNvCxnSpPr>
            <a:stCxn xmlns:a="http://schemas.openxmlformats.org/drawingml/2006/main" id="6" idx="2"/>
            <a:endCxn xmlns:a="http://schemas.openxmlformats.org/drawingml/2006/main" id="7" idx="0"/>
          </p:cNvCxnSpPr>
          <p:nvPr/>
        </p:nvCxnSpPr>
        <p:spPr>
          <a:xfrm xmlns:a="http://schemas.openxmlformats.org/drawingml/2006/main">
            <a:off x="6096000" y="4667250"/>
            <a:ext cx="0" cy="38100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099ADA5-C2A9-40A1-A59B-517CBC3F2FC9}"/>
              </a:ext>
            </a:extLst>
          </p:cNvPr>
          <p:cNvCxnSpPr>
            <a:stCxn xmlns:a="http://schemas.openxmlformats.org/drawingml/2006/main" id="5" idx="2"/>
            <a:endCxn xmlns:a="http://schemas.openxmlformats.org/drawingml/2006/main" id="6" idx="0"/>
          </p:cNvCxnSpPr>
          <p:nvPr/>
        </p:nvCxnSpPr>
        <p:spPr>
          <a:xfrm xmlns:a="http://schemas.openxmlformats.org/drawingml/2006/main" flipH="1">
            <a:off x="6096000" y="3429000"/>
            <a:ext cx="3000375" cy="523875"/>
          </a:xfrm>
          <a:prstGeom xmlns:a="http://schemas.openxmlformats.org/drawingml/2006/main" prst="bentConnector4">
            <a:avLst>
              <a:gd name="adj1" fmla="val 0"/>
              <a:gd name="adj2" fmla="val 50000"/>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56BC405C-2A56-401C-91D7-7D4BB4E86DB9}"/>
              </a:ext>
            </a:extLst>
          </p:cNvPr>
          <p:cNvCxnSpPr>
            <a:stCxn xmlns:a="http://schemas.openxmlformats.org/drawingml/2006/main" id="4" idx="2"/>
            <a:endCxn xmlns:a="http://schemas.openxmlformats.org/drawingml/2006/main" id="6" idx="0"/>
          </p:cNvCxnSpPr>
          <p:nvPr/>
        </p:nvCxnSpPr>
        <p:spPr>
          <a:xfrm xmlns:a="http://schemas.openxmlformats.org/drawingml/2006/main">
            <a:off x="3095625" y="3429000"/>
            <a:ext cx="3000375" cy="523875"/>
          </a:xfrm>
          <a:prstGeom xmlns:a="http://schemas.openxmlformats.org/drawingml/2006/main" prst="bentConnector4">
            <a:avLst>
              <a:gd name="adj1" fmla="val 0"/>
              <a:gd name="adj2" fmla="val 50000"/>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24DA4D66-CBFC-49F8-A5D6-5970BA45BA61}"/>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A6EAC4EA-ABCA-46F0-93DA-3C789BE34F97}"/>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Симулятор и настоящая модель</a:t>
            </a:r>
          </a:p>
        </p:txBody>
      </p:sp>
      <p:sp>
        <p:nvSpPr>
          <p:cNvPr id="3" name="">
            <a:extLst xmlns:a="http://schemas.openxmlformats.org/drawingml/2006/main">
              <a:ext uri="{FF2B5EF4-FFF2-40B4-BE49-F238E27FC236}">
                <a16:creationId xmlns:a16="http://schemas.microsoft.com/office/drawing/2014/main" id="{6CB816C9-1C55-4A01-816A-C58B6D1D6863}"/>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Разные способы выбора, одинаковые инструменты и проверки.</a:t>
            </a:r>
          </a:p>
        </p:txBody>
      </p:sp>
      <p:sp>
        <p:nvSpPr>
          <p:cNvPr id="4" name="">
            <a:extLst xmlns:a="http://schemas.openxmlformats.org/drawingml/2006/main">
              <a:ext uri="{FF2B5EF4-FFF2-40B4-BE49-F238E27FC236}">
                <a16:creationId xmlns:a16="http://schemas.microsoft.com/office/drawing/2014/main" id="{2BCD2A5A-CE69-49AD-985D-ECF18DEF7B23}"/>
              </a:ext>
            </a:extLst>
          </p:cNvPr>
          <p:cNvSpPr>
            <a:spLocks xmlns:a="http://schemas.openxmlformats.org/drawingml/2006/main" noGrp="1"/>
          </p:cNvSpPr>
          <p:nvPr/>
        </p:nvSpPr>
        <p:spPr>
          <a:xfrm xmlns:a="http://schemas.openxmlformats.org/drawingml/2006/main">
            <a:off x="952500" y="2571750"/>
            <a:ext cx="4286250" cy="857250"/>
          </a:xfrm>
          <a:prstGeom xmlns:a="http://schemas.openxmlformats.org/drawingml/2006/main" prst="roundRect">
            <a:avLst>
              <a:gd name="adj" fmla="val 8889"/>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Симулятор</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готовые условия</a:t>
            </a:r>
          </a:p>
        </p:txBody>
      </p:sp>
      <p:sp>
        <p:nvSpPr>
          <p:cNvPr id="5" name="">
            <a:extLst xmlns:a="http://schemas.openxmlformats.org/drawingml/2006/main">
              <a:ext uri="{FF2B5EF4-FFF2-40B4-BE49-F238E27FC236}">
                <a16:creationId xmlns:a16="http://schemas.microsoft.com/office/drawing/2014/main" id="{345D3867-32B1-4128-B7B6-D894598D9CAF}"/>
              </a:ext>
            </a:extLst>
          </p:cNvPr>
          <p:cNvSpPr>
            <a:spLocks xmlns:a="http://schemas.openxmlformats.org/drawingml/2006/main" noGrp="1"/>
          </p:cNvSpPr>
          <p:nvPr/>
        </p:nvSpPr>
        <p:spPr>
          <a:xfrm xmlns:a="http://schemas.openxmlformats.org/drawingml/2006/main">
            <a:off x="6953250" y="2571750"/>
            <a:ext cx="4286250" cy="857250"/>
          </a:xfrm>
          <a:prstGeom xmlns:a="http://schemas.openxmlformats.org/drawingml/2006/main" prst="roundRect">
            <a:avLst>
              <a:gd name="adj" fmla="val 8889"/>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LLM</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выбор модели</a:t>
            </a:r>
          </a:p>
        </p:txBody>
      </p:sp>
      <p:sp>
        <p:nvSpPr>
          <p:cNvPr id="6" name="">
            <a:extLst xmlns:a="http://schemas.openxmlformats.org/drawingml/2006/main">
              <a:ext uri="{FF2B5EF4-FFF2-40B4-BE49-F238E27FC236}">
                <a16:creationId xmlns:a16="http://schemas.microsoft.com/office/drawing/2014/main" id="{738B2FCA-4B71-4575-AACB-A0DDAEBDB1EB}"/>
              </a:ext>
            </a:extLst>
          </p:cNvPr>
          <p:cNvSpPr>
            <a:spLocks xmlns:a="http://schemas.openxmlformats.org/drawingml/2006/main" noGrp="1"/>
          </p:cNvSpPr>
          <p:nvPr/>
        </p:nvSpPr>
        <p:spPr>
          <a:xfrm xmlns:a="http://schemas.openxmlformats.org/drawingml/2006/main">
            <a:off x="3333750" y="3952875"/>
            <a:ext cx="5524500" cy="714375"/>
          </a:xfrm>
          <a:prstGeom xmlns:a="http://schemas.openxmlformats.org/drawingml/2006/main" prst="roundRect">
            <a:avLst>
              <a:gd name="adj" fmla="val 10667"/>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Общие инструменты и проверки</a:t>
            </a:r>
          </a:p>
        </p:txBody>
      </p:sp>
      <p:sp>
        <p:nvSpPr>
          <p:cNvPr id="7" name="">
            <a:extLst xmlns:a="http://schemas.openxmlformats.org/drawingml/2006/main">
              <a:ext uri="{FF2B5EF4-FFF2-40B4-BE49-F238E27FC236}">
                <a16:creationId xmlns:a16="http://schemas.microsoft.com/office/drawing/2014/main" id="{3F6E3FF4-7070-44BF-8C85-D12A908E35B2}"/>
              </a:ext>
            </a:extLst>
          </p:cNvPr>
          <p:cNvSpPr>
            <a:spLocks xmlns:a="http://schemas.openxmlformats.org/drawingml/2006/main" noGrp="1"/>
          </p:cNvSpPr>
          <p:nvPr/>
        </p:nvSpPr>
        <p:spPr>
          <a:xfrm xmlns:a="http://schemas.openxmlformats.org/drawingml/2006/main">
            <a:off x="3333750" y="5048250"/>
            <a:ext cx="5524500" cy="523875"/>
          </a:xfrm>
          <a:prstGeom xmlns:a="http://schemas.openxmlformats.org/drawingml/2006/main" prst="roundRect">
            <a:avLst>
              <a:gd name="adj" fmla="val 14545"/>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Проверяемый результат</a:t>
            </a:r>
          </a:p>
        </p:txBody>
      </p:sp>
      <p:sp>
        <p:nvSpPr>
          <p:cNvPr id="11" name="">
            <a:extLst xmlns:a="http://schemas.openxmlformats.org/drawingml/2006/main">
              <a:ext uri="{FF2B5EF4-FFF2-40B4-BE49-F238E27FC236}">
                <a16:creationId xmlns:a16="http://schemas.microsoft.com/office/drawing/2014/main" id="{E469B6A6-548B-4517-9786-3D53E8D95472}"/>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A931D05C-C8E0-401A-935D-27F6A3193349}"/>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Симулятор демонстрирует механизм, но не качество LLM.</a:t>
            </a:r>
          </a:p>
        </p:txBody>
      </p:sp>
      <p:sp>
        <p:nvSpPr>
          <p:cNvPr id="13" name="">
            <a:extLst xmlns:a="http://schemas.openxmlformats.org/drawingml/2006/main">
              <a:ext uri="{FF2B5EF4-FFF2-40B4-BE49-F238E27FC236}">
                <a16:creationId xmlns:a16="http://schemas.microsoft.com/office/drawing/2014/main" id="{6061942E-83D5-4E87-8E51-ECC1EB11D5B3}"/>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14 / 32</a:t>
            </a:r>
          </a:p>
        </p:txBody>
      </p:sp>
    </p:spTree>
    <p:extLst>
      <p:ext uri="{BB962C8B-B14F-4D97-AF65-F5344CB8AC3E}">
        <p14:creationId xmlns:p14="http://schemas.microsoft.com/office/powerpoint/2010/main" val="1496341785"/>
      </p:ext>
    </p:extLst>
  </p:cSld>
</p:sld>
</file>

<file path=ppt/slides/slide1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6970914B-0D5E-48FA-97A8-70E0E2D3D886}"/>
              </a:ext>
            </a:extLst>
          </p:cNvPr>
          <p:cNvCxnSpPr>
            <a:stCxn xmlns:a="http://schemas.openxmlformats.org/drawingml/2006/main" id="5" idx="3"/>
            <a:endCxn xmlns:a="http://schemas.openxmlformats.org/drawingml/2006/main" id="7" idx="0"/>
          </p:cNvCxnSpPr>
          <p:nvPr/>
        </p:nvCxnSpPr>
        <p:spPr>
          <a:xfrm xmlns:a="http://schemas.openxmlformats.org/drawingml/2006/main">
            <a:off x="790575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BD97E9E-4B48-4620-AEBA-C3A54BD72A46}"/>
              </a:ext>
            </a:extLst>
          </p:cNvPr>
          <p:cNvCxnSpPr>
            <a:stCxn xmlns:a="http://schemas.openxmlformats.org/drawingml/2006/main" id="5" idx="1"/>
            <a:endCxn xmlns:a="http://schemas.openxmlformats.org/drawingml/2006/main" id="6" idx="0"/>
          </p:cNvCxnSpPr>
          <p:nvPr/>
        </p:nvCxnSpPr>
        <p:spPr>
          <a:xfrm xmlns:a="http://schemas.openxmlformats.org/drawingml/2006/main" flipH="1">
            <a:off x="323850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9BAD70C-1406-4FEB-B992-A329C179513D}"/>
              </a:ext>
            </a:extLst>
          </p:cNvPr>
          <p:cNvCxnSpPr>
            <a:stCxn xmlns:a="http://schemas.openxmlformats.org/drawingml/2006/main" id="4" idx="2"/>
            <a:endCxn xmlns:a="http://schemas.openxmlformats.org/drawingml/2006/main" id="5" idx="0"/>
          </p:cNvCxnSpPr>
          <p:nvPr/>
        </p:nvCxnSpPr>
        <p:spPr>
          <a:xfrm xmlns:a="http://schemas.openxmlformats.org/drawingml/2006/main">
            <a:off x="6096000" y="3238500"/>
            <a:ext cx="0" cy="38100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C42A6C73-51E9-4733-B91E-A531DDF49CF0}"/>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C1862046-D4FC-4447-AEA5-0EB93C6E5907}"/>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Прогноз перед запуском</a:t>
            </a:r>
          </a:p>
        </p:txBody>
      </p:sp>
      <p:sp>
        <p:nvSpPr>
          <p:cNvPr id="3" name="">
            <a:extLst xmlns:a="http://schemas.openxmlformats.org/drawingml/2006/main">
              <a:ext uri="{FF2B5EF4-FFF2-40B4-BE49-F238E27FC236}">
                <a16:creationId xmlns:a16="http://schemas.microsoft.com/office/drawing/2014/main" id="{EEFE9A36-7246-4019-8EF5-EE606DE35938}"/>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Один вопрос содержит две разные задачи.</a:t>
            </a:r>
          </a:p>
        </p:txBody>
      </p:sp>
      <p:sp>
        <p:nvSpPr>
          <p:cNvPr id="4" name="">
            <a:extLst xmlns:a="http://schemas.openxmlformats.org/drawingml/2006/main">
              <a:ext uri="{FF2B5EF4-FFF2-40B4-BE49-F238E27FC236}">
                <a16:creationId xmlns:a16="http://schemas.microsoft.com/office/drawing/2014/main" id="{ABBD706B-84C8-413E-98F6-634B719691D4}"/>
              </a:ext>
            </a:extLst>
          </p:cNvPr>
          <p:cNvSpPr>
            <a:spLocks xmlns:a="http://schemas.openxmlformats.org/drawingml/2006/main" noGrp="1"/>
          </p:cNvSpPr>
          <p:nvPr/>
        </p:nvSpPr>
        <p:spPr>
          <a:xfrm xmlns:a="http://schemas.openxmlformats.org/drawingml/2006/main">
            <a:off x="4286250" y="2476500"/>
            <a:ext cx="3619500" cy="762000"/>
          </a:xfrm>
          <a:prstGeom xmlns:a="http://schemas.openxmlformats.org/drawingml/2006/main" prst="roundRect">
            <a:avLst>
              <a:gd name="adj" fmla="val 10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Установка и доступ</a:t>
            </a:r>
          </a:p>
        </p:txBody>
      </p:sp>
      <p:sp>
        <p:nvSpPr>
          <p:cNvPr id="5" name="">
            <a:extLst xmlns:a="http://schemas.openxmlformats.org/drawingml/2006/main">
              <a:ext uri="{FF2B5EF4-FFF2-40B4-BE49-F238E27FC236}">
                <a16:creationId xmlns:a16="http://schemas.microsoft.com/office/drawing/2014/main" id="{E396EA29-9E1E-462E-87A1-63AF0E8EB5ED}"/>
              </a:ext>
            </a:extLst>
          </p:cNvPr>
          <p:cNvSpPr>
            <a:spLocks xmlns:a="http://schemas.openxmlformats.org/drawingml/2006/main" noGrp="1"/>
          </p:cNvSpPr>
          <p:nvPr/>
        </p:nvSpPr>
        <p:spPr>
          <a:xfrm xmlns:a="http://schemas.openxmlformats.org/drawingml/2006/main">
            <a:off x="4286250" y="3619500"/>
            <a:ext cx="3619500" cy="762000"/>
          </a:xfrm>
          <a:prstGeom xmlns:a="http://schemas.openxmlformats.org/drawingml/2006/main" prst="roundRect">
            <a:avLst>
              <a:gd name="adj" fmla="val 10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Поиск нашёл два правила</a:t>
            </a:r>
          </a:p>
        </p:txBody>
      </p:sp>
      <p:sp>
        <p:nvSpPr>
          <p:cNvPr id="6" name="">
            <a:extLst xmlns:a="http://schemas.openxmlformats.org/drawingml/2006/main">
              <a:ext uri="{FF2B5EF4-FFF2-40B4-BE49-F238E27FC236}">
                <a16:creationId xmlns:a16="http://schemas.microsoft.com/office/drawing/2014/main" id="{5355438A-D27D-470C-A3A8-D76D7F9C88F2}"/>
              </a:ext>
            </a:extLst>
          </p:cNvPr>
          <p:cNvSpPr>
            <a:spLocks xmlns:a="http://schemas.openxmlformats.org/drawingml/2006/main" noGrp="1"/>
          </p:cNvSpPr>
          <p:nvPr/>
        </p:nvSpPr>
        <p:spPr>
          <a:xfrm xmlns:a="http://schemas.openxmlformats.org/drawingml/2006/main">
            <a:off x="1143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Выбрать первое?</a:t>
            </a:r>
          </a:p>
        </p:txBody>
      </p:sp>
      <p:sp>
        <p:nvSpPr>
          <p:cNvPr id="7" name="">
            <a:extLst xmlns:a="http://schemas.openxmlformats.org/drawingml/2006/main">
              <a:ext uri="{FF2B5EF4-FFF2-40B4-BE49-F238E27FC236}">
                <a16:creationId xmlns:a16="http://schemas.microsoft.com/office/drawing/2014/main" id="{7755A7BE-EA75-4AB8-B683-8BABFA8EFF8A}"/>
              </a:ext>
            </a:extLst>
          </p:cNvPr>
          <p:cNvSpPr>
            <a:spLocks xmlns:a="http://schemas.openxmlformats.org/drawingml/2006/main" noGrp="1"/>
          </p:cNvSpPr>
          <p:nvPr/>
        </p:nvSpPr>
        <p:spPr>
          <a:xfrm xmlns:a="http://schemas.openxmlformats.org/drawingml/2006/main">
            <a:off x="6858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Уточнить у человека?</a:t>
            </a:r>
          </a:p>
        </p:txBody>
      </p:sp>
      <p:sp>
        <p:nvSpPr>
          <p:cNvPr id="11" name="">
            <a:extLst xmlns:a="http://schemas.openxmlformats.org/drawingml/2006/main">
              <a:ext uri="{FF2B5EF4-FFF2-40B4-BE49-F238E27FC236}">
                <a16:creationId xmlns:a16="http://schemas.microsoft.com/office/drawing/2014/main" id="{E195EA96-0086-4078-9500-A17C427CF5D5}"/>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69940E16-03C6-43A9-89C4-25AF03E2E0BB}"/>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Сначала свой прогноз, затем наблюдение и объяснение.</a:t>
            </a:r>
          </a:p>
        </p:txBody>
      </p:sp>
      <p:sp>
        <p:nvSpPr>
          <p:cNvPr id="13" name="">
            <a:extLst xmlns:a="http://schemas.openxmlformats.org/drawingml/2006/main">
              <a:ext uri="{FF2B5EF4-FFF2-40B4-BE49-F238E27FC236}">
                <a16:creationId xmlns:a16="http://schemas.microsoft.com/office/drawing/2014/main" id="{E0B34EA5-0826-40EF-9A66-690233C46A4C}"/>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15 / 32</a:t>
            </a:r>
          </a:p>
        </p:txBody>
      </p:sp>
    </p:spTree>
    <p:extLst>
      <p:ext uri="{BB962C8B-B14F-4D97-AF65-F5344CB8AC3E}">
        <p14:creationId xmlns:p14="http://schemas.microsoft.com/office/powerpoint/2010/main" val="1203525007"/>
      </p:ext>
    </p:extLst>
  </p:cSld>
</p:sld>
</file>

<file path=ppt/slides/slide1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36EB12-8F18-4992-90EB-ED18018927DA}"/>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01  Устройство агента</a:t>
            </a:r>
          </a:p>
        </p:txBody>
      </p:sp>
      <p:sp>
        <p:nvSpPr>
          <p:cNvPr id="2" name="">
            <a:extLst xmlns:a="http://schemas.openxmlformats.org/drawingml/2006/main">
              <a:ext uri="{FF2B5EF4-FFF2-40B4-BE49-F238E27FC236}">
                <a16:creationId xmlns:a16="http://schemas.microsoft.com/office/drawing/2014/main" id="{F0602CD5-1D51-42E6-99E8-A794396285DF}"/>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Пять частей без подсказки</a:t>
            </a:r>
          </a:p>
        </p:txBody>
      </p:sp>
      <p:sp>
        <p:nvSpPr>
          <p:cNvPr id="3" name="">
            <a:extLst xmlns:a="http://schemas.openxmlformats.org/drawingml/2006/main">
              <a:ext uri="{FF2B5EF4-FFF2-40B4-BE49-F238E27FC236}">
                <a16:creationId xmlns:a16="http://schemas.microsoft.com/office/drawing/2014/main" id="{5F8574CC-D9A8-4709-9374-5A7963BE05B9}"/>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Восстановите схему словами, затем приведите свой пример.</a:t>
            </a:r>
          </a:p>
        </p:txBody>
      </p:sp>
      <p:sp>
        <p:nvSpPr>
          <p:cNvPr id="4" name="">
            <a:extLst xmlns:a="http://schemas.openxmlformats.org/drawingml/2006/main">
              <a:ext uri="{FF2B5EF4-FFF2-40B4-BE49-F238E27FC236}">
                <a16:creationId xmlns:a16="http://schemas.microsoft.com/office/drawing/2014/main" id="{B9764C48-584B-4402-8F18-27005D9A33FA}"/>
              </a:ext>
            </a:extLst>
          </p:cNvPr>
          <p:cNvSpPr>
            <a:spLocks xmlns:a="http://schemas.openxmlformats.org/drawingml/2006/main" noGrp="1"/>
          </p:cNvSpPr>
          <p:nvPr/>
        </p:nvSpPr>
        <p:spPr>
          <a:xfrm xmlns:a="http://schemas.openxmlformats.org/drawingml/2006/main">
            <a:off x="762000" y="2667000"/>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0601D688-0308-45E4-8510-3155CF88A278}"/>
              </a:ext>
            </a:extLst>
          </p:cNvPr>
          <p:cNvSpPr>
            <a:spLocks xmlns:a="http://schemas.openxmlformats.org/drawingml/2006/main" noGrp="1"/>
          </p:cNvSpPr>
          <p:nvPr/>
        </p:nvSpPr>
        <p:spPr>
          <a:xfrm xmlns:a="http://schemas.openxmlformats.org/drawingml/2006/main">
            <a:off x="952500" y="3762375"/>
            <a:ext cx="1524000"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6" name="">
            <a:extLst xmlns:a="http://schemas.openxmlformats.org/drawingml/2006/main">
              <a:ext uri="{FF2B5EF4-FFF2-40B4-BE49-F238E27FC236}">
                <a16:creationId xmlns:a16="http://schemas.microsoft.com/office/drawing/2014/main" id="{FD4C79DD-8A2F-4EDA-A344-F366264CB6A3}"/>
              </a:ext>
            </a:extLst>
          </p:cNvPr>
          <p:cNvSpPr>
            <a:spLocks xmlns:a="http://schemas.openxmlformats.org/drawingml/2006/main" noGrp="1"/>
          </p:cNvSpPr>
          <p:nvPr/>
        </p:nvSpPr>
        <p:spPr>
          <a:xfrm xmlns:a="http://schemas.openxmlformats.org/drawingml/2006/main">
            <a:off x="762000" y="3952875"/>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Цель</a:t>
            </a:r>
          </a:p>
        </p:txBody>
      </p:sp>
      <p:sp>
        <p:nvSpPr>
          <p:cNvPr id="7" name="">
            <a:extLst xmlns:a="http://schemas.openxmlformats.org/drawingml/2006/main">
              <a:ext uri="{FF2B5EF4-FFF2-40B4-BE49-F238E27FC236}">
                <a16:creationId xmlns:a16="http://schemas.microsoft.com/office/drawing/2014/main" id="{78FA1739-C525-483E-B8AF-70A63679BB40}"/>
              </a:ext>
            </a:extLst>
          </p:cNvPr>
          <p:cNvSpPr>
            <a:spLocks xmlns:a="http://schemas.openxmlformats.org/drawingml/2006/main" noGrp="1"/>
          </p:cNvSpPr>
          <p:nvPr/>
        </p:nvSpPr>
        <p:spPr>
          <a:xfrm xmlns:a="http://schemas.openxmlformats.org/drawingml/2006/main">
            <a:off x="2952750" y="2667000"/>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2</a:t>
            </a:r>
          </a:p>
        </p:txBody>
      </p:sp>
      <p:sp>
        <p:nvSpPr>
          <p:cNvPr id="8" name="">
            <a:extLst xmlns:a="http://schemas.openxmlformats.org/drawingml/2006/main">
              <a:ext uri="{FF2B5EF4-FFF2-40B4-BE49-F238E27FC236}">
                <a16:creationId xmlns:a16="http://schemas.microsoft.com/office/drawing/2014/main" id="{33DB1103-92C6-4492-AAC7-999A3F05B519}"/>
              </a:ext>
            </a:extLst>
          </p:cNvPr>
          <p:cNvSpPr>
            <a:spLocks xmlns:a="http://schemas.openxmlformats.org/drawingml/2006/main" noGrp="1"/>
          </p:cNvSpPr>
          <p:nvPr/>
        </p:nvSpPr>
        <p:spPr>
          <a:xfrm xmlns:a="http://schemas.openxmlformats.org/drawingml/2006/main">
            <a:off x="3143250" y="3762375"/>
            <a:ext cx="1524000"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9" name="">
            <a:extLst xmlns:a="http://schemas.openxmlformats.org/drawingml/2006/main">
              <a:ext uri="{FF2B5EF4-FFF2-40B4-BE49-F238E27FC236}">
                <a16:creationId xmlns:a16="http://schemas.microsoft.com/office/drawing/2014/main" id="{741B10AF-2B04-4B4A-BDC3-34ECFF242F78}"/>
              </a:ext>
            </a:extLst>
          </p:cNvPr>
          <p:cNvSpPr>
            <a:spLocks xmlns:a="http://schemas.openxmlformats.org/drawingml/2006/main" noGrp="1"/>
          </p:cNvSpPr>
          <p:nvPr/>
        </p:nvSpPr>
        <p:spPr>
          <a:xfrm xmlns:a="http://schemas.openxmlformats.org/drawingml/2006/main">
            <a:off x="2952750" y="3952875"/>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Выбор</a:t>
            </a:r>
          </a:p>
        </p:txBody>
      </p:sp>
      <p:sp>
        <p:nvSpPr>
          <p:cNvPr id="10" name="">
            <a:extLst xmlns:a="http://schemas.openxmlformats.org/drawingml/2006/main">
              <a:ext uri="{FF2B5EF4-FFF2-40B4-BE49-F238E27FC236}">
                <a16:creationId xmlns:a16="http://schemas.microsoft.com/office/drawing/2014/main" id="{345B7C11-92FE-4D2F-8D66-041DF45F40A2}"/>
              </a:ext>
            </a:extLst>
          </p:cNvPr>
          <p:cNvSpPr>
            <a:spLocks xmlns:a="http://schemas.openxmlformats.org/drawingml/2006/main" noGrp="1"/>
          </p:cNvSpPr>
          <p:nvPr/>
        </p:nvSpPr>
        <p:spPr>
          <a:xfrm xmlns:a="http://schemas.openxmlformats.org/drawingml/2006/main">
            <a:off x="5143500" y="2667000"/>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33A2F507-97C6-434D-8103-86AF12988397}"/>
              </a:ext>
            </a:extLst>
          </p:cNvPr>
          <p:cNvSpPr>
            <a:spLocks xmlns:a="http://schemas.openxmlformats.org/drawingml/2006/main" noGrp="1"/>
          </p:cNvSpPr>
          <p:nvPr/>
        </p:nvSpPr>
        <p:spPr>
          <a:xfrm xmlns:a="http://schemas.openxmlformats.org/drawingml/2006/main">
            <a:off x="5334000" y="3762375"/>
            <a:ext cx="1524000"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12" name="">
            <a:extLst xmlns:a="http://schemas.openxmlformats.org/drawingml/2006/main">
              <a:ext uri="{FF2B5EF4-FFF2-40B4-BE49-F238E27FC236}">
                <a16:creationId xmlns:a16="http://schemas.microsoft.com/office/drawing/2014/main" id="{0CAB5F09-9C04-4E5E-AC35-7FE5A1E7D7C7}"/>
              </a:ext>
            </a:extLst>
          </p:cNvPr>
          <p:cNvSpPr>
            <a:spLocks xmlns:a="http://schemas.openxmlformats.org/drawingml/2006/main" noGrp="1"/>
          </p:cNvSpPr>
          <p:nvPr/>
        </p:nvSpPr>
        <p:spPr>
          <a:xfrm xmlns:a="http://schemas.openxmlformats.org/drawingml/2006/main">
            <a:off x="5143500" y="3952875"/>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Инструмент</a:t>
            </a:r>
          </a:p>
        </p:txBody>
      </p:sp>
      <p:sp>
        <p:nvSpPr>
          <p:cNvPr id="13" name="">
            <a:extLst xmlns:a="http://schemas.openxmlformats.org/drawingml/2006/main">
              <a:ext uri="{FF2B5EF4-FFF2-40B4-BE49-F238E27FC236}">
                <a16:creationId xmlns:a16="http://schemas.microsoft.com/office/drawing/2014/main" id="{2335D62E-D607-4E46-AABB-793AFF85B643}"/>
              </a:ext>
            </a:extLst>
          </p:cNvPr>
          <p:cNvSpPr>
            <a:spLocks xmlns:a="http://schemas.openxmlformats.org/drawingml/2006/main" noGrp="1"/>
          </p:cNvSpPr>
          <p:nvPr/>
        </p:nvSpPr>
        <p:spPr>
          <a:xfrm xmlns:a="http://schemas.openxmlformats.org/drawingml/2006/main">
            <a:off x="7334250" y="2667000"/>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4</a:t>
            </a:r>
          </a:p>
        </p:txBody>
      </p:sp>
      <p:sp>
        <p:nvSpPr>
          <p:cNvPr id="14" name="">
            <a:extLst xmlns:a="http://schemas.openxmlformats.org/drawingml/2006/main">
              <a:ext uri="{FF2B5EF4-FFF2-40B4-BE49-F238E27FC236}">
                <a16:creationId xmlns:a16="http://schemas.microsoft.com/office/drawing/2014/main" id="{AD2E0145-84D7-4CE5-92E7-FBEF241E1430}"/>
              </a:ext>
            </a:extLst>
          </p:cNvPr>
          <p:cNvSpPr>
            <a:spLocks xmlns:a="http://schemas.openxmlformats.org/drawingml/2006/main" noGrp="1"/>
          </p:cNvSpPr>
          <p:nvPr/>
        </p:nvSpPr>
        <p:spPr>
          <a:xfrm xmlns:a="http://schemas.openxmlformats.org/drawingml/2006/main">
            <a:off x="7524750" y="3762375"/>
            <a:ext cx="1524000"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15" name="">
            <a:extLst xmlns:a="http://schemas.openxmlformats.org/drawingml/2006/main">
              <a:ext uri="{FF2B5EF4-FFF2-40B4-BE49-F238E27FC236}">
                <a16:creationId xmlns:a16="http://schemas.microsoft.com/office/drawing/2014/main" id="{F10EBA51-646B-4565-B1AE-93616219C18C}"/>
              </a:ext>
            </a:extLst>
          </p:cNvPr>
          <p:cNvSpPr>
            <a:spLocks xmlns:a="http://schemas.openxmlformats.org/drawingml/2006/main" noGrp="1"/>
          </p:cNvSpPr>
          <p:nvPr/>
        </p:nvSpPr>
        <p:spPr>
          <a:xfrm xmlns:a="http://schemas.openxmlformats.org/drawingml/2006/main">
            <a:off x="7334250" y="3952875"/>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Наблюдение</a:t>
            </a:r>
          </a:p>
        </p:txBody>
      </p:sp>
      <p:sp>
        <p:nvSpPr>
          <p:cNvPr id="16" name="">
            <a:extLst xmlns:a="http://schemas.openxmlformats.org/drawingml/2006/main">
              <a:ext uri="{FF2B5EF4-FFF2-40B4-BE49-F238E27FC236}">
                <a16:creationId xmlns:a16="http://schemas.microsoft.com/office/drawing/2014/main" id="{A07EAD31-87A5-4355-B2FF-4BA52F646D1B}"/>
              </a:ext>
            </a:extLst>
          </p:cNvPr>
          <p:cNvSpPr>
            <a:spLocks xmlns:a="http://schemas.openxmlformats.org/drawingml/2006/main" noGrp="1"/>
          </p:cNvSpPr>
          <p:nvPr/>
        </p:nvSpPr>
        <p:spPr>
          <a:xfrm xmlns:a="http://schemas.openxmlformats.org/drawingml/2006/main">
            <a:off x="9525000" y="2667000"/>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5</a:t>
            </a:r>
          </a:p>
        </p:txBody>
      </p:sp>
      <p:sp>
        <p:nvSpPr>
          <p:cNvPr id="17" name="">
            <a:extLst xmlns:a="http://schemas.openxmlformats.org/drawingml/2006/main">
              <a:ext uri="{FF2B5EF4-FFF2-40B4-BE49-F238E27FC236}">
                <a16:creationId xmlns:a16="http://schemas.microsoft.com/office/drawing/2014/main" id="{DE698CA2-EA8D-4747-9707-7AD1A738A1E5}"/>
              </a:ext>
            </a:extLst>
          </p:cNvPr>
          <p:cNvSpPr>
            <a:spLocks xmlns:a="http://schemas.openxmlformats.org/drawingml/2006/main" noGrp="1"/>
          </p:cNvSpPr>
          <p:nvPr/>
        </p:nvSpPr>
        <p:spPr>
          <a:xfrm xmlns:a="http://schemas.openxmlformats.org/drawingml/2006/main">
            <a:off x="9715500" y="3762375"/>
            <a:ext cx="1524000"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18" name="">
            <a:extLst xmlns:a="http://schemas.openxmlformats.org/drawingml/2006/main">
              <a:ext uri="{FF2B5EF4-FFF2-40B4-BE49-F238E27FC236}">
                <a16:creationId xmlns:a16="http://schemas.microsoft.com/office/drawing/2014/main" id="{35921638-65A0-4F47-9D62-2CE1232A7975}"/>
              </a:ext>
            </a:extLst>
          </p:cNvPr>
          <p:cNvSpPr>
            <a:spLocks xmlns:a="http://schemas.openxmlformats.org/drawingml/2006/main" noGrp="1"/>
          </p:cNvSpPr>
          <p:nvPr/>
        </p:nvSpPr>
        <p:spPr>
          <a:xfrm xmlns:a="http://schemas.openxmlformats.org/drawingml/2006/main">
            <a:off x="9525000" y="3952875"/>
            <a:ext cx="190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Остановка</a:t>
            </a:r>
          </a:p>
        </p:txBody>
      </p:sp>
      <p:sp>
        <p:nvSpPr>
          <p:cNvPr id="19" name="">
            <a:extLst xmlns:a="http://schemas.openxmlformats.org/drawingml/2006/main">
              <a:ext uri="{FF2B5EF4-FFF2-40B4-BE49-F238E27FC236}">
                <a16:creationId xmlns:a16="http://schemas.microsoft.com/office/drawing/2014/main" id="{BA8CCC7E-FBD8-4F12-AE82-81CA83E695F0}"/>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20" name="">
            <a:extLst xmlns:a="http://schemas.openxmlformats.org/drawingml/2006/main">
              <a:ext uri="{FF2B5EF4-FFF2-40B4-BE49-F238E27FC236}">
                <a16:creationId xmlns:a16="http://schemas.microsoft.com/office/drawing/2014/main" id="{8787F57D-984D-4C68-A4CA-9E2DCB92B39F}"/>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Понимание проявляется в объяснении нового случая.</a:t>
            </a:r>
          </a:p>
        </p:txBody>
      </p:sp>
      <p:sp>
        <p:nvSpPr>
          <p:cNvPr id="21" name="">
            <a:extLst xmlns:a="http://schemas.openxmlformats.org/drawingml/2006/main">
              <a:ext uri="{FF2B5EF4-FFF2-40B4-BE49-F238E27FC236}">
                <a16:creationId xmlns:a16="http://schemas.microsoft.com/office/drawing/2014/main" id="{EA3CF5C3-1428-46D3-9F28-4C9DB3C576FD}"/>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16 / 32</a:t>
            </a:r>
          </a:p>
        </p:txBody>
      </p:sp>
    </p:spTree>
    <p:extLst>
      <p:ext uri="{BB962C8B-B14F-4D97-AF65-F5344CB8AC3E}">
        <p14:creationId xmlns:p14="http://schemas.microsoft.com/office/powerpoint/2010/main" val="1440859520"/>
      </p:ext>
    </p:extLst>
  </p:cSld>
</p:sld>
</file>

<file path=ppt/slides/slide1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6B60A64-8358-41FA-AB66-9A49E4730041}"/>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E7F096A6-3494-48BC-96F9-99C64A1C3973}"/>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0E2B3734-EA1B-41D1-87CD-22447D6E2C80}"/>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F22FFE8E-4747-455E-B92B-F199930BC7CB}"/>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04B35E2C-8E30-46F7-803E-05780343BB3B}"/>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Источник и достоверность</a:t>
            </a:r>
          </a:p>
        </p:txBody>
      </p:sp>
      <p:sp>
        <p:nvSpPr>
          <p:cNvPr id="3" name="">
            <a:extLst xmlns:a="http://schemas.openxmlformats.org/drawingml/2006/main">
              <a:ext uri="{FF2B5EF4-FFF2-40B4-BE49-F238E27FC236}">
                <a16:creationId xmlns:a16="http://schemas.microsoft.com/office/drawing/2014/main" id="{7E8A0412-72E3-4413-9E3F-E85AD1E7FAF3}"/>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Найденное правило нужно проверить на содержание и применимость.</a:t>
            </a:r>
          </a:p>
        </p:txBody>
      </p:sp>
      <p:sp>
        <p:nvSpPr>
          <p:cNvPr id="4" name="">
            <a:extLst xmlns:a="http://schemas.openxmlformats.org/drawingml/2006/main">
              <a:ext uri="{FF2B5EF4-FFF2-40B4-BE49-F238E27FC236}">
                <a16:creationId xmlns:a16="http://schemas.microsoft.com/office/drawing/2014/main" id="{6F4A45BD-D3AA-4141-97C6-C74347C221C3}"/>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Поиск нашёл документ</a:t>
            </a:r>
          </a:p>
        </p:txBody>
      </p:sp>
      <p:sp>
        <p:nvSpPr>
          <p:cNvPr id="5" name="">
            <a:extLst xmlns:a="http://schemas.openxmlformats.org/drawingml/2006/main">
              <a:ext uri="{FF2B5EF4-FFF2-40B4-BE49-F238E27FC236}">
                <a16:creationId xmlns:a16="http://schemas.microsoft.com/office/drawing/2014/main" id="{55A45712-5E87-4CB1-8B84-78498DBCAFB9}"/>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Содержание актуально?</a:t>
            </a:r>
          </a:p>
        </p:txBody>
      </p:sp>
      <p:sp>
        <p:nvSpPr>
          <p:cNvPr id="6" name="">
            <a:extLst xmlns:a="http://schemas.openxmlformats.org/drawingml/2006/main">
              <a:ext uri="{FF2B5EF4-FFF2-40B4-BE49-F238E27FC236}">
                <a16:creationId xmlns:a16="http://schemas.microsoft.com/office/drawing/2014/main" id="{1DE662F9-5F81-4EEC-8C26-334710615C8D}"/>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Подходит к вопросу?</a:t>
            </a:r>
          </a:p>
        </p:txBody>
      </p:sp>
      <p:sp>
        <p:nvSpPr>
          <p:cNvPr id="7" name="">
            <a:extLst xmlns:a="http://schemas.openxmlformats.org/drawingml/2006/main">
              <a:ext uri="{FF2B5EF4-FFF2-40B4-BE49-F238E27FC236}">
                <a16:creationId xmlns:a16="http://schemas.microsoft.com/office/drawing/2014/main" id="{64CD412A-808D-4DF1-B235-A86AF913F080}"/>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Ответ можно проверить</a:t>
            </a:r>
          </a:p>
        </p:txBody>
      </p:sp>
      <p:sp>
        <p:nvSpPr>
          <p:cNvPr id="11" name="">
            <a:extLst xmlns:a="http://schemas.openxmlformats.org/drawingml/2006/main">
              <a:ext uri="{FF2B5EF4-FFF2-40B4-BE49-F238E27FC236}">
                <a16:creationId xmlns:a16="http://schemas.microsoft.com/office/drawing/2014/main" id="{E45EECAF-22A1-41BB-BCC3-1DC60D39A510}"/>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7D7A3C86-0DF1-489F-8A4E-78834AE46D42}"/>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Ссылка помогает проверить утверждение, но не гарантирует истину.</a:t>
            </a:r>
          </a:p>
        </p:txBody>
      </p:sp>
      <p:sp>
        <p:nvSpPr>
          <p:cNvPr id="13" name="">
            <a:extLst xmlns:a="http://schemas.openxmlformats.org/drawingml/2006/main">
              <a:ext uri="{FF2B5EF4-FFF2-40B4-BE49-F238E27FC236}">
                <a16:creationId xmlns:a16="http://schemas.microsoft.com/office/drawing/2014/main" id="{DE00DD43-A799-41F5-8D76-6208A37ECF0C}"/>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17 / 32</a:t>
            </a:r>
          </a:p>
        </p:txBody>
      </p:sp>
    </p:spTree>
    <p:extLst>
      <p:ext uri="{BB962C8B-B14F-4D97-AF65-F5344CB8AC3E}">
        <p14:creationId xmlns:p14="http://schemas.microsoft.com/office/powerpoint/2010/main" val="803444838"/>
      </p:ext>
    </p:extLst>
  </p:cSld>
</p:sld>
</file>

<file path=ppt/slides/slide1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087DC1F-6578-4CC6-B556-CF376FA2C064}"/>
              </a:ext>
            </a:extLst>
          </p:cNvPr>
          <p:cNvCxnSpPr>
            <a:stCxn xmlns:a="http://schemas.openxmlformats.org/drawingml/2006/main" id="5" idx="3"/>
            <a:endCxn xmlns:a="http://schemas.openxmlformats.org/drawingml/2006/main" id="6" idx="1"/>
          </p:cNvCxnSpPr>
          <p:nvPr/>
        </p:nvCxnSpPr>
        <p:spPr>
          <a:xfrm xmlns:a="http://schemas.openxmlformats.org/drawingml/2006/main">
            <a:off x="773430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25C758D5-6A87-4F19-9544-2B6DD9EB007A}"/>
              </a:ext>
            </a:extLst>
          </p:cNvPr>
          <p:cNvCxnSpPr>
            <a:stCxn xmlns:a="http://schemas.openxmlformats.org/drawingml/2006/main" id="4" idx="3"/>
            <a:endCxn xmlns:a="http://schemas.openxmlformats.org/drawingml/2006/main" id="5" idx="1"/>
          </p:cNvCxnSpPr>
          <p:nvPr/>
        </p:nvCxnSpPr>
        <p:spPr>
          <a:xfrm xmlns:a="http://schemas.openxmlformats.org/drawingml/2006/main">
            <a:off x="403860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3" name="">
            <a:extLst xmlns:a="http://schemas.openxmlformats.org/drawingml/2006/main">
              <a:ext uri="{FF2B5EF4-FFF2-40B4-BE49-F238E27FC236}">
                <a16:creationId xmlns:a16="http://schemas.microsoft.com/office/drawing/2014/main" id="{CF5F6BC9-DEB5-4DFD-8DDF-C5C684F33239}"/>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6847243C-6805-447B-A53E-1C6A9301EC1A}"/>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Первый ответ и решение вопроса</a:t>
            </a:r>
          </a:p>
        </p:txBody>
      </p:sp>
      <p:sp>
        <p:nvSpPr>
          <p:cNvPr id="3" name="">
            <a:extLst xmlns:a="http://schemas.openxmlformats.org/drawingml/2006/main">
              <a:ext uri="{FF2B5EF4-FFF2-40B4-BE49-F238E27FC236}">
                <a16:creationId xmlns:a16="http://schemas.microsoft.com/office/drawing/2014/main" id="{6189E5D6-E7A5-44E7-AD4D-734D6B67516E}"/>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Вымышленные сроки нашего упражнения.</a:t>
            </a:r>
          </a:p>
        </p:txBody>
      </p:sp>
      <p:sp>
        <p:nvSpPr>
          <p:cNvPr id="4" name="">
            <a:extLst xmlns:a="http://schemas.openxmlformats.org/drawingml/2006/main">
              <a:ext uri="{FF2B5EF4-FFF2-40B4-BE49-F238E27FC236}">
                <a16:creationId xmlns:a16="http://schemas.microsoft.com/office/drawing/2014/main" id="{FFC2F2AC-8614-49C5-B127-A7C134212744}"/>
              </a:ext>
            </a:extLst>
          </p:cNvPr>
          <p:cNvSpPr>
            <a:spLocks xmlns:a="http://schemas.openxmlformats.org/drawingml/2006/main" noGrp="1"/>
          </p:cNvSpPr>
          <p:nvPr/>
        </p:nvSpPr>
        <p:spPr>
          <a:xfrm xmlns:a="http://schemas.openxmlformats.org/drawingml/2006/main">
            <a:off x="762000" y="2952750"/>
            <a:ext cx="327660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Обращение</a:t>
            </a:r>
          </a:p>
        </p:txBody>
      </p:sp>
      <p:sp>
        <p:nvSpPr>
          <p:cNvPr id="5" name="">
            <a:extLst xmlns:a="http://schemas.openxmlformats.org/drawingml/2006/main">
              <a:ext uri="{FF2B5EF4-FFF2-40B4-BE49-F238E27FC236}">
                <a16:creationId xmlns:a16="http://schemas.microsoft.com/office/drawing/2014/main" id="{2BF9384F-94AD-439A-8BE2-B7FFE3D3AD20}"/>
              </a:ext>
            </a:extLst>
          </p:cNvPr>
          <p:cNvSpPr>
            <a:spLocks xmlns:a="http://schemas.openxmlformats.org/drawingml/2006/main" noGrp="1"/>
          </p:cNvSpPr>
          <p:nvPr/>
        </p:nvSpPr>
        <p:spPr>
          <a:xfrm xmlns:a="http://schemas.openxmlformats.org/drawingml/2006/main">
            <a:off x="4457700" y="2952750"/>
            <a:ext cx="327660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Первый ответ</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normal: 24 часа</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urgent: 4 часа</a:t>
            </a:r>
          </a:p>
        </p:txBody>
      </p:sp>
      <p:sp>
        <p:nvSpPr>
          <p:cNvPr id="6" name="">
            <a:extLst xmlns:a="http://schemas.openxmlformats.org/drawingml/2006/main">
              <a:ext uri="{FF2B5EF4-FFF2-40B4-BE49-F238E27FC236}">
                <a16:creationId xmlns:a16="http://schemas.microsoft.com/office/drawing/2014/main" id="{AA64D29F-02B5-4067-B78B-C98DE3B4F7DF}"/>
              </a:ext>
            </a:extLst>
          </p:cNvPr>
          <p:cNvSpPr>
            <a:spLocks xmlns:a="http://schemas.openxmlformats.org/drawingml/2006/main" noGrp="1"/>
          </p:cNvSpPr>
          <p:nvPr/>
        </p:nvSpPr>
        <p:spPr>
          <a:xfrm xmlns:a="http://schemas.openxmlformats.org/drawingml/2006/main">
            <a:off x="8153400" y="2952750"/>
            <a:ext cx="3276600"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Решение</a:t>
            </a:r>
          </a:p>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отдельный процесс</a:t>
            </a:r>
          </a:p>
        </p:txBody>
      </p:sp>
      <p:sp>
        <p:nvSpPr>
          <p:cNvPr id="9" name="">
            <a:extLst xmlns:a="http://schemas.openxmlformats.org/drawingml/2006/main">
              <a:ext uri="{FF2B5EF4-FFF2-40B4-BE49-F238E27FC236}">
                <a16:creationId xmlns:a16="http://schemas.microsoft.com/office/drawing/2014/main" id="{E58BF668-6A8E-4228-ADEE-F839857CFF7E}"/>
              </a:ext>
            </a:extLst>
          </p:cNvPr>
          <p:cNvSpPr>
            <a:spLocks xmlns:a="http://schemas.openxmlformats.org/drawingml/2006/main" noGrp="1"/>
          </p:cNvSpPr>
          <p:nvPr/>
        </p:nvSpPr>
        <p:spPr>
          <a:xfrm xmlns:a="http://schemas.openxmlformats.org/drawingml/2006/main">
            <a:off x="3619500" y="481012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BA4E31"/>
                </a:solidFill>
                <a:latin typeface="DejaVu Sans"/>
                <a:ea typeface="DejaVu Sans"/>
                <a:cs typeface="DejaVu Sans"/>
              </a:defRPr>
            </a:defPPr>
            <a:lvl1pPr algn="l">
              <a:defRPr sz="1950" b="0">
                <a:solidFill>
                  <a:srgbClr val="BA4E31"/>
                </a:solidFill>
                <a:latin typeface="DejaVu Sans"/>
                <a:ea typeface="DejaVu Sans"/>
                <a:cs typeface="DejaVu Sans"/>
              </a:defRPr>
            </a:lvl1pPr>
            <a:lvl2pPr algn="l">
              <a:defRPr sz="1950" b="0">
                <a:solidFill>
                  <a:srgbClr val="BA4E31"/>
                </a:solidFill>
                <a:latin typeface="DejaVu Sans"/>
                <a:ea typeface="DejaVu Sans"/>
                <a:cs typeface="DejaVu Sans"/>
              </a:defRPr>
            </a:lvl2pPr>
            <a:lvl3pPr algn="l">
              <a:defRPr sz="1950" b="0">
                <a:solidFill>
                  <a:srgbClr val="BA4E31"/>
                </a:solidFill>
                <a:latin typeface="DejaVu Sans"/>
                <a:ea typeface="DejaVu Sans"/>
                <a:cs typeface="DejaVu Sans"/>
              </a:defRPr>
            </a:lvl3pPr>
            <a:lvl4pPr algn="l">
              <a:defRPr sz="1950" b="0">
                <a:solidFill>
                  <a:srgbClr val="BA4E31"/>
                </a:solidFill>
                <a:latin typeface="DejaVu Sans"/>
                <a:ea typeface="DejaVu Sans"/>
                <a:cs typeface="DejaVu Sans"/>
              </a:defRPr>
            </a:lvl4pPr>
            <a:lvl5pPr algn="l">
              <a:defRPr sz="1950" b="0">
                <a:solidFill>
                  <a:srgbClr val="BA4E31"/>
                </a:solidFill>
                <a:latin typeface="DejaVu Sans"/>
                <a:ea typeface="DejaVu Sans"/>
                <a:cs typeface="DejaVu Sans"/>
              </a:defRPr>
            </a:lvl5pPr>
            <a:lvl6pPr algn="l">
              <a:defRPr sz="1950" b="0">
                <a:solidFill>
                  <a:srgbClr val="BA4E31"/>
                </a:solidFill>
                <a:latin typeface="DejaVu Sans"/>
                <a:ea typeface="DejaVu Sans"/>
                <a:cs typeface="DejaVu Sans"/>
              </a:defRPr>
            </a:lvl6pPr>
            <a:lvl7pPr algn="l">
              <a:defRPr sz="1950" b="0">
                <a:solidFill>
                  <a:srgbClr val="BA4E31"/>
                </a:solidFill>
                <a:latin typeface="DejaVu Sans"/>
                <a:ea typeface="DejaVu Sans"/>
                <a:cs typeface="DejaVu Sans"/>
              </a:defRPr>
            </a:lvl7pPr>
            <a:lvl8pPr algn="l">
              <a:defRPr sz="1950" b="0">
                <a:solidFill>
                  <a:srgbClr val="BA4E31"/>
                </a:solidFill>
                <a:latin typeface="DejaVu Sans"/>
                <a:ea typeface="DejaVu Sans"/>
                <a:cs typeface="DejaVu Sans"/>
              </a:defRPr>
            </a:lvl8pPr>
            <a:lvl9pPr algn="l">
              <a:defRPr sz="1950" b="0">
                <a:solidFill>
                  <a:srgbClr val="BA4E31"/>
                </a:solidFill>
                <a:latin typeface="DejaVu Sans"/>
                <a:ea typeface="DejaVu Sans"/>
                <a:cs typeface="DejaVu Sans"/>
              </a:defRPr>
            </a:lvl9pPr>
          </a:lstStyle>
          <a:p xmlns:a="http://schemas.openxmlformats.org/drawingml/2006/main">
            <a:pPr algn="l">
              <a:defRPr sz="1950" b="0">
                <a:solidFill>
                  <a:srgbClr val="BA4E31"/>
                </a:solidFill>
                <a:latin typeface="DejaVu Sans"/>
                <a:ea typeface="DejaVu Sans"/>
                <a:cs typeface="DejaVu Sans"/>
              </a:defRPr>
            </a:pPr>
            <a:r>
              <a:rPr sz="1950" b="0">
                <a:solidFill>
                  <a:srgbClr val="BA4E31"/>
                </a:solidFill>
                <a:latin typeface="DejaVu Sans"/>
                <a:ea typeface="DejaVu Sans"/>
                <a:cs typeface="DejaVu Sans"/>
              </a:rPr>
              <a:t>Срок решения в учебных данных не указан</a:t>
            </a:r>
          </a:p>
        </p:txBody>
      </p:sp>
      <p:sp>
        <p:nvSpPr>
          <p:cNvPr id="10" name="">
            <a:extLst xmlns:a="http://schemas.openxmlformats.org/drawingml/2006/main">
              <a:ext uri="{FF2B5EF4-FFF2-40B4-BE49-F238E27FC236}">
                <a16:creationId xmlns:a16="http://schemas.microsoft.com/office/drawing/2014/main" id="{09866961-29EB-4EFF-B11C-762878B8520E}"/>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1" name="">
            <a:extLst xmlns:a="http://schemas.openxmlformats.org/drawingml/2006/main">
              <a:ext uri="{FF2B5EF4-FFF2-40B4-BE49-F238E27FC236}">
                <a16:creationId xmlns:a16="http://schemas.microsoft.com/office/drawing/2014/main" id="{1C3D6A19-21D6-4C6C-BE10-7B8D063C4576}"/>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Срок первого ответа не означает срок полного решения.</a:t>
            </a:r>
          </a:p>
        </p:txBody>
      </p:sp>
      <p:sp>
        <p:nvSpPr>
          <p:cNvPr id="12" name="">
            <a:extLst xmlns:a="http://schemas.openxmlformats.org/drawingml/2006/main">
              <a:ext uri="{FF2B5EF4-FFF2-40B4-BE49-F238E27FC236}">
                <a16:creationId xmlns:a16="http://schemas.microsoft.com/office/drawing/2014/main" id="{49D7D8D0-4014-4AFF-B7E7-A22DAC583DF6}"/>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18 / 32</a:t>
            </a:r>
          </a:p>
        </p:txBody>
      </p:sp>
    </p:spTree>
    <p:extLst>
      <p:ext uri="{BB962C8B-B14F-4D97-AF65-F5344CB8AC3E}">
        <p14:creationId xmlns:p14="http://schemas.microsoft.com/office/powerpoint/2010/main" val="974095743"/>
      </p:ext>
    </p:extLst>
  </p:cSld>
</p:sld>
</file>

<file path=ppt/slides/slide1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6A7A151-F42F-48DD-81A2-A1AD78D3FFA6}"/>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1A9BF13-D8CA-4638-B397-045915906F1A}"/>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2D0D250-36FE-4889-82A5-617D7F3BB368}"/>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63C109BE-58D4-4D5F-A91A-D82C6844400D}"/>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247DA388-72B0-4306-9EBF-5842B7155E60}"/>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Черновик и внешнее действие</a:t>
            </a:r>
          </a:p>
        </p:txBody>
      </p:sp>
      <p:sp>
        <p:nvSpPr>
          <p:cNvPr id="3" name="">
            <a:extLst xmlns:a="http://schemas.openxmlformats.org/drawingml/2006/main">
              <a:ext uri="{FF2B5EF4-FFF2-40B4-BE49-F238E27FC236}">
                <a16:creationId xmlns:a16="http://schemas.microsoft.com/office/drawing/2014/main" id="{5FEE44D4-3843-4590-AB34-A1AB7436F1CA}"/>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Последовательность реального процесса длиннее нашего стенда.</a:t>
            </a:r>
          </a:p>
        </p:txBody>
      </p:sp>
      <p:sp>
        <p:nvSpPr>
          <p:cNvPr id="4" name="">
            <a:extLst xmlns:a="http://schemas.openxmlformats.org/drawingml/2006/main">
              <a:ext uri="{FF2B5EF4-FFF2-40B4-BE49-F238E27FC236}">
                <a16:creationId xmlns:a16="http://schemas.microsoft.com/office/drawing/2014/main" id="{A0A7930B-14C3-448B-AA7C-0D18C4133F99}"/>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Текст подготовлен</a:t>
            </a:r>
          </a:p>
        </p:txBody>
      </p:sp>
      <p:sp>
        <p:nvSpPr>
          <p:cNvPr id="5" name="">
            <a:extLst xmlns:a="http://schemas.openxmlformats.org/drawingml/2006/main">
              <a:ext uri="{FF2B5EF4-FFF2-40B4-BE49-F238E27FC236}">
                <a16:creationId xmlns:a16="http://schemas.microsoft.com/office/drawing/2014/main" id="{4A1C0500-70A0-4E88-A18D-4AF19DC0C352}"/>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Сотрудник проверил</a:t>
            </a:r>
          </a:p>
        </p:txBody>
      </p:sp>
      <p:sp>
        <p:nvSpPr>
          <p:cNvPr id="6" name="">
            <a:extLst xmlns:a="http://schemas.openxmlformats.org/drawingml/2006/main">
              <a:ext uri="{FF2B5EF4-FFF2-40B4-BE49-F238E27FC236}">
                <a16:creationId xmlns:a16="http://schemas.microsoft.com/office/drawing/2014/main" id="{6EE2B3CE-4410-4181-9069-1CD694DB11A7}"/>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Отправка выполнена</a:t>
            </a:r>
          </a:p>
        </p:txBody>
      </p:sp>
      <p:sp>
        <p:nvSpPr>
          <p:cNvPr id="7" name="">
            <a:extLst xmlns:a="http://schemas.openxmlformats.org/drawingml/2006/main">
              <a:ext uri="{FF2B5EF4-FFF2-40B4-BE49-F238E27FC236}">
                <a16:creationId xmlns:a16="http://schemas.microsoft.com/office/drawing/2014/main" id="{F1EFA315-3F32-439A-8B00-3D7E20B5FE90}"/>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Система подтвердила</a:t>
            </a:r>
          </a:p>
        </p:txBody>
      </p:sp>
      <p:sp>
        <p:nvSpPr>
          <p:cNvPr id="11" name="">
            <a:extLst xmlns:a="http://schemas.openxmlformats.org/drawingml/2006/main">
              <a:ext uri="{FF2B5EF4-FFF2-40B4-BE49-F238E27FC236}">
                <a16:creationId xmlns:a16="http://schemas.microsoft.com/office/drawing/2014/main" id="{FA88306B-4C72-429C-9AA2-03AAF7EBE7DF}"/>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469A2378-4EFA-4C8F-95B4-ACEE5F53D7D0}"/>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Наш пример заканчивается подготовкой черновика.</a:t>
            </a:r>
          </a:p>
        </p:txBody>
      </p:sp>
      <p:sp>
        <p:nvSpPr>
          <p:cNvPr id="13" name="">
            <a:extLst xmlns:a="http://schemas.openxmlformats.org/drawingml/2006/main">
              <a:ext uri="{FF2B5EF4-FFF2-40B4-BE49-F238E27FC236}">
                <a16:creationId xmlns:a16="http://schemas.microsoft.com/office/drawing/2014/main" id="{35CA4072-5087-4885-82B3-E706D3375BF4}"/>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19 / 32</a:t>
            </a:r>
          </a:p>
        </p:txBody>
      </p:sp>
    </p:spTree>
    <p:extLst>
      <p:ext uri="{BB962C8B-B14F-4D97-AF65-F5344CB8AC3E}">
        <p14:creationId xmlns:p14="http://schemas.microsoft.com/office/powerpoint/2010/main" val="1182526374"/>
      </p:ext>
    </p:extLst>
  </p:cSld>
</p:sld>
</file>

<file path=ppt/slides/slide2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9429029-750E-4823-BCF4-B6D440AA8C43}"/>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076D806-ABCC-44F8-BB49-4CFDBC15F7B6}"/>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7D4659FC-6119-468B-8B7B-1DCDA85E79B0}"/>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F3CB0EC6-E10C-450D-9949-E94162FF4ED9}"/>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4F3003EE-625B-4B88-96A1-A5682E6313BA}"/>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Ноль совпадений</a:t>
            </a:r>
          </a:p>
        </p:txBody>
      </p:sp>
      <p:sp>
        <p:nvSpPr>
          <p:cNvPr id="3" name="">
            <a:extLst xmlns:a="http://schemas.openxmlformats.org/drawingml/2006/main">
              <a:ext uri="{FF2B5EF4-FFF2-40B4-BE49-F238E27FC236}">
                <a16:creationId xmlns:a16="http://schemas.microsoft.com/office/drawing/2014/main" id="{C19BBB5D-B3F0-4F89-9DBB-EF67A6A1B963}"/>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Отсутствие правила — повод передать вопрос человеку.</a:t>
            </a:r>
          </a:p>
        </p:txBody>
      </p:sp>
      <p:sp>
        <p:nvSpPr>
          <p:cNvPr id="4" name="">
            <a:extLst xmlns:a="http://schemas.openxmlformats.org/drawingml/2006/main">
              <a:ext uri="{FF2B5EF4-FFF2-40B4-BE49-F238E27FC236}">
                <a16:creationId xmlns:a16="http://schemas.microsoft.com/office/drawing/2014/main" id="{C6758B74-3870-469E-B2C1-EC20A2C57C05}"/>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Вопрос об отпуске</a:t>
            </a:r>
          </a:p>
        </p:txBody>
      </p:sp>
      <p:sp>
        <p:nvSpPr>
          <p:cNvPr id="5" name="">
            <a:extLst xmlns:a="http://schemas.openxmlformats.org/drawingml/2006/main">
              <a:ext uri="{FF2B5EF4-FFF2-40B4-BE49-F238E27FC236}">
                <a16:creationId xmlns:a16="http://schemas.microsoft.com/office/drawing/2014/main" id="{12DF63F2-7B4A-4A23-A8A8-D9C2FBAE5550}"/>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Поиск в памятке</a:t>
            </a:r>
          </a:p>
        </p:txBody>
      </p:sp>
      <p:sp>
        <p:nvSpPr>
          <p:cNvPr id="6" name="">
            <a:extLst xmlns:a="http://schemas.openxmlformats.org/drawingml/2006/main">
              <a:ext uri="{FF2B5EF4-FFF2-40B4-BE49-F238E27FC236}">
                <a16:creationId xmlns:a16="http://schemas.microsoft.com/office/drawing/2014/main" id="{382B8B5F-E323-45F8-AACB-3212436489BB}"/>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Совпадений нет</a:t>
            </a:r>
          </a:p>
        </p:txBody>
      </p:sp>
      <p:sp>
        <p:nvSpPr>
          <p:cNvPr id="7" name="">
            <a:extLst xmlns:a="http://schemas.openxmlformats.org/drawingml/2006/main">
              <a:ext uri="{FF2B5EF4-FFF2-40B4-BE49-F238E27FC236}">
                <a16:creationId xmlns:a16="http://schemas.microsoft.com/office/drawing/2014/main" id="{44EFD32F-C971-4065-8C80-1F34E728CB69}"/>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Передать сотруднику</a:t>
            </a:r>
          </a:p>
        </p:txBody>
      </p:sp>
      <p:sp>
        <p:nvSpPr>
          <p:cNvPr id="11" name="">
            <a:extLst xmlns:a="http://schemas.openxmlformats.org/drawingml/2006/main">
              <a:ext uri="{FF2B5EF4-FFF2-40B4-BE49-F238E27FC236}">
                <a16:creationId xmlns:a16="http://schemas.microsoft.com/office/drawing/2014/main" id="{EFC838B2-BFD3-4AC4-9F5C-94B2ACA73304}"/>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870E3F3D-ED09-4A36-A097-997B8EF65F8D}"/>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Неизвестность лучше явно обозначить, чем заполнить догадкой.</a:t>
            </a:r>
          </a:p>
        </p:txBody>
      </p:sp>
      <p:sp>
        <p:nvSpPr>
          <p:cNvPr id="13" name="">
            <a:extLst xmlns:a="http://schemas.openxmlformats.org/drawingml/2006/main">
              <a:ext uri="{FF2B5EF4-FFF2-40B4-BE49-F238E27FC236}">
                <a16:creationId xmlns:a16="http://schemas.microsoft.com/office/drawing/2014/main" id="{32DAF8F7-FC90-40CF-B7EE-C697158A5948}"/>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20 / 32</a:t>
            </a:r>
          </a:p>
        </p:txBody>
      </p:sp>
    </p:spTree>
    <p:extLst>
      <p:ext uri="{BB962C8B-B14F-4D97-AF65-F5344CB8AC3E}">
        <p14:creationId xmlns:p14="http://schemas.microsoft.com/office/powerpoint/2010/main" val="974616460"/>
      </p:ext>
    </p:extLst>
  </p:cSld>
</p:sld>
</file>

<file path=ppt/slides/slide2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E065A095-5D27-45B7-B58D-1C026627BED1}"/>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AFA9FE43-6277-4733-A280-4F2D86751EE7}"/>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C03480C5-DA70-4E5E-AD8E-542F175EEDAC}"/>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C449A3F7-3E91-41BA-A7B3-B83AA187434B}"/>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87F33345-D5BB-4897-BFA6-522DE52E60BC}"/>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Несколько совпадений</a:t>
            </a:r>
          </a:p>
        </p:txBody>
      </p:sp>
      <p:sp>
        <p:nvSpPr>
          <p:cNvPr id="3" name="">
            <a:extLst xmlns:a="http://schemas.openxmlformats.org/drawingml/2006/main">
              <a:ext uri="{FF2B5EF4-FFF2-40B4-BE49-F238E27FC236}">
                <a16:creationId xmlns:a16="http://schemas.microsoft.com/office/drawing/2014/main" id="{BF32B04A-DFBC-4632-A08B-B32CA3BB932E}"/>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Вопрос человеку уменьшает неоднозначность.</a:t>
            </a:r>
          </a:p>
        </p:txBody>
      </p:sp>
      <p:sp>
        <p:nvSpPr>
          <p:cNvPr id="4" name="">
            <a:extLst xmlns:a="http://schemas.openxmlformats.org/drawingml/2006/main">
              <a:ext uri="{FF2B5EF4-FFF2-40B4-BE49-F238E27FC236}">
                <a16:creationId xmlns:a16="http://schemas.microsoft.com/office/drawing/2014/main" id="{1A639F45-84A5-4D8A-A658-3530E92CAFAE}"/>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Две темы в вопросе</a:t>
            </a:r>
          </a:p>
        </p:txBody>
      </p:sp>
      <p:sp>
        <p:nvSpPr>
          <p:cNvPr id="5" name="">
            <a:extLst xmlns:a="http://schemas.openxmlformats.org/drawingml/2006/main">
              <a:ext uri="{FF2B5EF4-FFF2-40B4-BE49-F238E27FC236}">
                <a16:creationId xmlns:a16="http://schemas.microsoft.com/office/drawing/2014/main" id="{C3EA3687-F424-4508-AA93-062797403401}"/>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IT-01 и IT-02</a:t>
            </a:r>
          </a:p>
        </p:txBody>
      </p:sp>
      <p:sp>
        <p:nvSpPr>
          <p:cNvPr id="6" name="">
            <a:extLst xmlns:a="http://schemas.openxmlformats.org/drawingml/2006/main">
              <a:ext uri="{FF2B5EF4-FFF2-40B4-BE49-F238E27FC236}">
                <a16:creationId xmlns:a16="http://schemas.microsoft.com/office/drawing/2014/main" id="{B545DF76-C49C-4E9D-8C88-62198B3A9A71}"/>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Уточнить одну задачу</a:t>
            </a:r>
          </a:p>
        </p:txBody>
      </p:sp>
      <p:sp>
        <p:nvSpPr>
          <p:cNvPr id="7" name="">
            <a:extLst xmlns:a="http://schemas.openxmlformats.org/drawingml/2006/main">
              <a:ext uri="{FF2B5EF4-FFF2-40B4-BE49-F238E27FC236}">
                <a16:creationId xmlns:a16="http://schemas.microsoft.com/office/drawing/2014/main" id="{4DB01E63-80ED-4280-BDDC-30AEB6B3DE78}"/>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Новый уточнённый запрос</a:t>
            </a:r>
          </a:p>
        </p:txBody>
      </p:sp>
      <p:sp>
        <p:nvSpPr>
          <p:cNvPr id="11" name="">
            <a:extLst xmlns:a="http://schemas.openxmlformats.org/drawingml/2006/main">
              <a:ext uri="{FF2B5EF4-FFF2-40B4-BE49-F238E27FC236}">
                <a16:creationId xmlns:a16="http://schemas.microsoft.com/office/drawing/2014/main" id="{00B6D164-0CEF-44A5-83A0-7451A28C191C}"/>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57E101DA-FEF0-4C64-B834-60D0E0A5E703}"/>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Уточнение завершает запуск; затем создаём новый вопрос.</a:t>
            </a:r>
          </a:p>
        </p:txBody>
      </p:sp>
      <p:sp>
        <p:nvSpPr>
          <p:cNvPr id="13" name="">
            <a:extLst xmlns:a="http://schemas.openxmlformats.org/drawingml/2006/main">
              <a:ext uri="{FF2B5EF4-FFF2-40B4-BE49-F238E27FC236}">
                <a16:creationId xmlns:a16="http://schemas.microsoft.com/office/drawing/2014/main" id="{DE3097DF-0F1F-4F98-A002-31373E991641}"/>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21 / 32</a:t>
            </a:r>
          </a:p>
        </p:txBody>
      </p:sp>
    </p:spTree>
    <p:extLst>
      <p:ext uri="{BB962C8B-B14F-4D97-AF65-F5344CB8AC3E}">
        <p14:creationId xmlns:p14="http://schemas.microsoft.com/office/powerpoint/2010/main" val="1980445459"/>
      </p:ext>
    </p:extLst>
  </p:cSld>
</p:sld>
</file>

<file path=ppt/slides/slide2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D7EB50D-442D-4361-87A4-73CF49D08D8A}"/>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E6F361C3-D15E-40B9-9127-34D2A9725735}"/>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CBE5B8A-F119-4AE9-B377-931DC869C765}"/>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D17FBE66-A94D-4D2A-9344-74FC2C92C777}"/>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51150B0F-4C0E-4753-BB0D-6EA6FC029E3F}"/>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Посторонняя инструкция в данных</a:t>
            </a:r>
          </a:p>
        </p:txBody>
      </p:sp>
      <p:sp>
        <p:nvSpPr>
          <p:cNvPr id="3" name="">
            <a:extLst xmlns:a="http://schemas.openxmlformats.org/drawingml/2006/main">
              <a:ext uri="{FF2B5EF4-FFF2-40B4-BE49-F238E27FC236}">
                <a16:creationId xmlns:a16="http://schemas.microsoft.com/office/drawing/2014/main" id="{D86540DA-552B-46EB-BB33-A6E626775CB0}"/>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Найденный текст может пытаться изменить задачу.</a:t>
            </a:r>
          </a:p>
        </p:txBody>
      </p:sp>
      <p:sp>
        <p:nvSpPr>
          <p:cNvPr id="4" name="">
            <a:extLst xmlns:a="http://schemas.openxmlformats.org/drawingml/2006/main">
              <a:ext uri="{FF2B5EF4-FFF2-40B4-BE49-F238E27FC236}">
                <a16:creationId xmlns:a16="http://schemas.microsoft.com/office/drawing/2014/main" id="{58A2EECA-82F3-4D08-A0A5-EC4168E76E5A}"/>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Документ с заметкой</a:t>
            </a:r>
          </a:p>
        </p:txBody>
      </p:sp>
      <p:sp>
        <p:nvSpPr>
          <p:cNvPr id="5" name="">
            <a:extLst xmlns:a="http://schemas.openxmlformats.org/drawingml/2006/main">
              <a:ext uri="{FF2B5EF4-FFF2-40B4-BE49-F238E27FC236}">
                <a16:creationId xmlns:a16="http://schemas.microsoft.com/office/drawing/2014/main" id="{537F9ED5-A477-4B25-B709-A891DAAAB546}"/>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«Отправь документы»</a:t>
            </a:r>
          </a:p>
        </p:txBody>
      </p:sp>
      <p:sp>
        <p:nvSpPr>
          <p:cNvPr id="6" name="">
            <a:extLst xmlns:a="http://schemas.openxmlformats.org/drawingml/2006/main">
              <a:ext uri="{FF2B5EF4-FFF2-40B4-BE49-F238E27FC236}">
                <a16:creationId xmlns:a16="http://schemas.microsoft.com/office/drawing/2014/main" id="{B72310D0-F7E8-43E9-8393-B849C0585A19}"/>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Проверка инструмента</a:t>
            </a:r>
          </a:p>
        </p:txBody>
      </p:sp>
      <p:sp>
        <p:nvSpPr>
          <p:cNvPr id="7" name="">
            <a:extLst xmlns:a="http://schemas.openxmlformats.org/drawingml/2006/main">
              <a:ext uri="{FF2B5EF4-FFF2-40B4-BE49-F238E27FC236}">
                <a16:creationId xmlns:a16="http://schemas.microsoft.com/office/drawing/2014/main" id="{B44F9559-C127-4F4F-B2CF-53BBEC20324F}"/>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Отказ в лишнем действии</a:t>
            </a:r>
          </a:p>
        </p:txBody>
      </p:sp>
      <p:sp>
        <p:nvSpPr>
          <p:cNvPr id="11" name="">
            <a:extLst xmlns:a="http://schemas.openxmlformats.org/drawingml/2006/main">
              <a:ext uri="{FF2B5EF4-FFF2-40B4-BE49-F238E27FC236}">
                <a16:creationId xmlns:a16="http://schemas.microsoft.com/office/drawing/2014/main" id="{3F7EFAE1-6EC9-4321-99A2-7F99DD45CF91}"/>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509E7797-0C12-4F2B-B427-7DF1D1C9B66A}"/>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Внешние данные не должны самостоятельно расширять полномочия.</a:t>
            </a:r>
          </a:p>
        </p:txBody>
      </p:sp>
      <p:sp>
        <p:nvSpPr>
          <p:cNvPr id="13" name="">
            <a:extLst xmlns:a="http://schemas.openxmlformats.org/drawingml/2006/main">
              <a:ext uri="{FF2B5EF4-FFF2-40B4-BE49-F238E27FC236}">
                <a16:creationId xmlns:a16="http://schemas.microsoft.com/office/drawing/2014/main" id="{89FC4361-D5D0-4FD3-BAE1-ADC36A4E5E49}"/>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22 / 32</a:t>
            </a:r>
          </a:p>
        </p:txBody>
      </p:sp>
    </p:spTree>
    <p:extLst>
      <p:ext uri="{BB962C8B-B14F-4D97-AF65-F5344CB8AC3E}">
        <p14:creationId xmlns:p14="http://schemas.microsoft.com/office/powerpoint/2010/main" val="201986176"/>
      </p:ext>
    </p:extLst>
  </p:cSld>
</p:sld>
</file>

<file path=ppt/slides/slide2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0819EE-CA1C-46AD-A5D3-B8471C207A0A}"/>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4E1152B9-7B66-49EF-9690-5472386F8202}"/>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Промпт и полномочия</a:t>
            </a:r>
          </a:p>
        </p:txBody>
      </p:sp>
      <p:sp>
        <p:nvSpPr>
          <p:cNvPr id="3" name="">
            <a:extLst xmlns:a="http://schemas.openxmlformats.org/drawingml/2006/main">
              <a:ext uri="{FF2B5EF4-FFF2-40B4-BE49-F238E27FC236}">
                <a16:creationId xmlns:a16="http://schemas.microsoft.com/office/drawing/2014/main" id="{AED2DE41-FCC1-4BE8-94C9-E7C71C4B6F1B}"/>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Желаемое поведение и фактический доступ задаются разными средствами.</a:t>
            </a:r>
          </a:p>
        </p:txBody>
      </p:sp>
      <p:sp>
        <p:nvSpPr>
          <p:cNvPr id="4" name="">
            <a:extLst xmlns:a="http://schemas.openxmlformats.org/drawingml/2006/main">
              <a:ext uri="{FF2B5EF4-FFF2-40B4-BE49-F238E27FC236}">
                <a16:creationId xmlns:a16="http://schemas.microsoft.com/office/drawing/2014/main" id="{621D051E-5AF8-427C-AB6B-DA38A8C8162F}"/>
              </a:ext>
            </a:extLst>
          </p:cNvPr>
          <p:cNvSpPr>
            <a:spLocks xmlns:a="http://schemas.openxmlformats.org/drawingml/2006/main" noGrp="1"/>
          </p:cNvSpPr>
          <p:nvPr/>
        </p:nvSpPr>
        <p:spPr>
          <a:xfrm xmlns:a="http://schemas.openxmlformats.org/drawingml/2006/main">
            <a:off x="809625" y="247650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550" b="1">
                <a:solidFill>
                  <a:srgbClr val="6756A0"/>
                </a:solidFill>
                <a:latin typeface="DejaVu Sans"/>
                <a:ea typeface="DejaVu Sans"/>
                <a:cs typeface="DejaVu Sans"/>
              </a:defRPr>
            </a:defPPr>
            <a:lvl1pPr algn="ctr">
              <a:defRPr sz="2550" b="1">
                <a:solidFill>
                  <a:srgbClr val="6756A0"/>
                </a:solidFill>
                <a:latin typeface="DejaVu Sans"/>
                <a:ea typeface="DejaVu Sans"/>
                <a:cs typeface="DejaVu Sans"/>
              </a:defRPr>
            </a:lvl1pPr>
            <a:lvl2pPr algn="ctr">
              <a:defRPr sz="2550" b="1">
                <a:solidFill>
                  <a:srgbClr val="6756A0"/>
                </a:solidFill>
                <a:latin typeface="DejaVu Sans"/>
                <a:ea typeface="DejaVu Sans"/>
                <a:cs typeface="DejaVu Sans"/>
              </a:defRPr>
            </a:lvl2pPr>
            <a:lvl3pPr algn="ctr">
              <a:defRPr sz="2550" b="1">
                <a:solidFill>
                  <a:srgbClr val="6756A0"/>
                </a:solidFill>
                <a:latin typeface="DejaVu Sans"/>
                <a:ea typeface="DejaVu Sans"/>
                <a:cs typeface="DejaVu Sans"/>
              </a:defRPr>
            </a:lvl3pPr>
            <a:lvl4pPr algn="ctr">
              <a:defRPr sz="2550" b="1">
                <a:solidFill>
                  <a:srgbClr val="6756A0"/>
                </a:solidFill>
                <a:latin typeface="DejaVu Sans"/>
                <a:ea typeface="DejaVu Sans"/>
                <a:cs typeface="DejaVu Sans"/>
              </a:defRPr>
            </a:lvl4pPr>
            <a:lvl5pPr algn="ctr">
              <a:defRPr sz="2550" b="1">
                <a:solidFill>
                  <a:srgbClr val="6756A0"/>
                </a:solidFill>
                <a:latin typeface="DejaVu Sans"/>
                <a:ea typeface="DejaVu Sans"/>
                <a:cs typeface="DejaVu Sans"/>
              </a:defRPr>
            </a:lvl5pPr>
            <a:lvl6pPr algn="ctr">
              <a:defRPr sz="2550" b="1">
                <a:solidFill>
                  <a:srgbClr val="6756A0"/>
                </a:solidFill>
                <a:latin typeface="DejaVu Sans"/>
                <a:ea typeface="DejaVu Sans"/>
                <a:cs typeface="DejaVu Sans"/>
              </a:defRPr>
            </a:lvl6pPr>
            <a:lvl7pPr algn="ctr">
              <a:defRPr sz="2550" b="1">
                <a:solidFill>
                  <a:srgbClr val="6756A0"/>
                </a:solidFill>
                <a:latin typeface="DejaVu Sans"/>
                <a:ea typeface="DejaVu Sans"/>
                <a:cs typeface="DejaVu Sans"/>
              </a:defRPr>
            </a:lvl7pPr>
            <a:lvl8pPr algn="ctr">
              <a:defRPr sz="2550" b="1">
                <a:solidFill>
                  <a:srgbClr val="6756A0"/>
                </a:solidFill>
                <a:latin typeface="DejaVu Sans"/>
                <a:ea typeface="DejaVu Sans"/>
                <a:cs typeface="DejaVu Sans"/>
              </a:defRPr>
            </a:lvl8pPr>
            <a:lvl9pPr algn="ctr">
              <a:defRPr sz="2550" b="1">
                <a:solidFill>
                  <a:srgbClr val="6756A0"/>
                </a:solidFill>
                <a:latin typeface="DejaVu Sans"/>
                <a:ea typeface="DejaVu Sans"/>
                <a:cs typeface="DejaVu Sans"/>
              </a:defRPr>
            </a:lvl9pPr>
          </a:lstStyle>
          <a:p xmlns:a="http://schemas.openxmlformats.org/drawingml/2006/main">
            <a:pPr algn="ctr">
              <a:defRPr sz="2550" b="1">
                <a:solidFill>
                  <a:srgbClr val="6756A0"/>
                </a:solidFill>
                <a:latin typeface="DejaVu Sans"/>
                <a:ea typeface="DejaVu Sans"/>
                <a:cs typeface="DejaVu Sans"/>
              </a:defRPr>
            </a:pPr>
            <a:r>
              <a:rPr sz="2550" b="1">
                <a:solidFill>
                  <a:srgbClr val="6756A0"/>
                </a:solidFill>
                <a:latin typeface="DejaVu Sans"/>
                <a:ea typeface="DejaVu Sans"/>
                <a:cs typeface="DejaVu Sans"/>
              </a:rPr>
              <a:t>Промпт</a:t>
            </a:r>
          </a:p>
          <a:p xmlns:a="http://schemas.openxmlformats.org/drawingml/2006/main">
            <a:pPr algn="ctr">
              <a:defRPr sz="2550" b="1">
                <a:solidFill>
                  <a:srgbClr val="6756A0"/>
                </a:solidFill>
                <a:latin typeface="DejaVu Sans"/>
                <a:ea typeface="DejaVu Sans"/>
                <a:cs typeface="DejaVu Sans"/>
              </a:defRPr>
            </a:pPr>
            <a:r>
              <a:rPr sz="2550" b="1">
                <a:solidFill>
                  <a:srgbClr val="6756A0"/>
                </a:solidFill>
                <a:latin typeface="DejaVu Sans"/>
                <a:ea typeface="DejaVu Sans"/>
                <a:cs typeface="DejaVu Sans"/>
              </a:rPr>
              <a:t>объясняет задачу</a:t>
            </a:r>
          </a:p>
        </p:txBody>
      </p:sp>
      <p:sp>
        <p:nvSpPr>
          <p:cNvPr id="5" name="">
            <a:extLst xmlns:a="http://schemas.openxmlformats.org/drawingml/2006/main">
              <a:ext uri="{FF2B5EF4-FFF2-40B4-BE49-F238E27FC236}">
                <a16:creationId xmlns:a16="http://schemas.microsoft.com/office/drawing/2014/main" id="{A070B558-F2D0-4B4F-9922-CBA638EB2E87}"/>
              </a:ext>
            </a:extLst>
          </p:cNvPr>
          <p:cNvSpPr>
            <a:spLocks xmlns:a="http://schemas.openxmlformats.org/drawingml/2006/main" noGrp="1"/>
          </p:cNvSpPr>
          <p:nvPr/>
        </p:nvSpPr>
        <p:spPr>
          <a:xfrm xmlns:a="http://schemas.openxmlformats.org/drawingml/2006/main">
            <a:off x="6619875" y="247650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550" b="1">
                <a:solidFill>
                  <a:srgbClr val="087F83"/>
                </a:solidFill>
                <a:latin typeface="DejaVu Sans"/>
                <a:ea typeface="DejaVu Sans"/>
                <a:cs typeface="DejaVu Sans"/>
              </a:defRPr>
            </a:defPPr>
            <a:lvl1pPr algn="ctr">
              <a:defRPr sz="2550" b="1">
                <a:solidFill>
                  <a:srgbClr val="087F83"/>
                </a:solidFill>
                <a:latin typeface="DejaVu Sans"/>
                <a:ea typeface="DejaVu Sans"/>
                <a:cs typeface="DejaVu Sans"/>
              </a:defRPr>
            </a:lvl1pPr>
            <a:lvl2pPr algn="ctr">
              <a:defRPr sz="2550" b="1">
                <a:solidFill>
                  <a:srgbClr val="087F83"/>
                </a:solidFill>
                <a:latin typeface="DejaVu Sans"/>
                <a:ea typeface="DejaVu Sans"/>
                <a:cs typeface="DejaVu Sans"/>
              </a:defRPr>
            </a:lvl2pPr>
            <a:lvl3pPr algn="ctr">
              <a:defRPr sz="2550" b="1">
                <a:solidFill>
                  <a:srgbClr val="087F83"/>
                </a:solidFill>
                <a:latin typeface="DejaVu Sans"/>
                <a:ea typeface="DejaVu Sans"/>
                <a:cs typeface="DejaVu Sans"/>
              </a:defRPr>
            </a:lvl3pPr>
            <a:lvl4pPr algn="ctr">
              <a:defRPr sz="2550" b="1">
                <a:solidFill>
                  <a:srgbClr val="087F83"/>
                </a:solidFill>
                <a:latin typeface="DejaVu Sans"/>
                <a:ea typeface="DejaVu Sans"/>
                <a:cs typeface="DejaVu Sans"/>
              </a:defRPr>
            </a:lvl4pPr>
            <a:lvl5pPr algn="ctr">
              <a:defRPr sz="2550" b="1">
                <a:solidFill>
                  <a:srgbClr val="087F83"/>
                </a:solidFill>
                <a:latin typeface="DejaVu Sans"/>
                <a:ea typeface="DejaVu Sans"/>
                <a:cs typeface="DejaVu Sans"/>
              </a:defRPr>
            </a:lvl5pPr>
            <a:lvl6pPr algn="ctr">
              <a:defRPr sz="2550" b="1">
                <a:solidFill>
                  <a:srgbClr val="087F83"/>
                </a:solidFill>
                <a:latin typeface="DejaVu Sans"/>
                <a:ea typeface="DejaVu Sans"/>
                <a:cs typeface="DejaVu Sans"/>
              </a:defRPr>
            </a:lvl6pPr>
            <a:lvl7pPr algn="ctr">
              <a:defRPr sz="2550" b="1">
                <a:solidFill>
                  <a:srgbClr val="087F83"/>
                </a:solidFill>
                <a:latin typeface="DejaVu Sans"/>
                <a:ea typeface="DejaVu Sans"/>
                <a:cs typeface="DejaVu Sans"/>
              </a:defRPr>
            </a:lvl7pPr>
            <a:lvl8pPr algn="ctr">
              <a:defRPr sz="2550" b="1">
                <a:solidFill>
                  <a:srgbClr val="087F83"/>
                </a:solidFill>
                <a:latin typeface="DejaVu Sans"/>
                <a:ea typeface="DejaVu Sans"/>
                <a:cs typeface="DejaVu Sans"/>
              </a:defRPr>
            </a:lvl8pPr>
            <a:lvl9pPr algn="ctr">
              <a:defRPr sz="2550" b="1">
                <a:solidFill>
                  <a:srgbClr val="087F83"/>
                </a:solidFill>
                <a:latin typeface="DejaVu Sans"/>
                <a:ea typeface="DejaVu Sans"/>
                <a:cs typeface="DejaVu Sans"/>
              </a:defRPr>
            </a:lvl9pPr>
          </a:lstStyle>
          <a:p xmlns:a="http://schemas.openxmlformats.org/drawingml/2006/main">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Проверка доступа</a:t>
            </a:r>
          </a:p>
          <a:p xmlns:a="http://schemas.openxmlformats.org/drawingml/2006/main">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определяет допустимое</a:t>
            </a:r>
          </a:p>
        </p:txBody>
      </p:sp>
      <p:sp>
        <p:nvSpPr>
          <p:cNvPr id="6" name="">
            <a:extLst xmlns:a="http://schemas.openxmlformats.org/drawingml/2006/main">
              <a:ext uri="{FF2B5EF4-FFF2-40B4-BE49-F238E27FC236}">
                <a16:creationId xmlns:a16="http://schemas.microsoft.com/office/drawing/2014/main" id="{C8340E88-E771-459F-A717-9156A82B9AD2}"/>
              </a:ext>
            </a:extLst>
          </p:cNvPr>
          <p:cNvSpPr>
            <a:spLocks xmlns:a="http://schemas.openxmlformats.org/drawingml/2006/main" noGrp="1"/>
          </p:cNvSpPr>
          <p:nvPr/>
        </p:nvSpPr>
        <p:spPr>
          <a:xfrm xmlns:a="http://schemas.openxmlformats.org/drawingml/2006/main">
            <a:off x="809625" y="4048125"/>
            <a:ext cx="4762500" cy="1000125"/>
          </a:xfrm>
          <a:prstGeom xmlns:a="http://schemas.openxmlformats.org/drawingml/2006/main" prst="roundRect">
            <a:avLst>
              <a:gd name="adj" fmla="val 7619"/>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«Не отправляй лишнее»</a:t>
            </a:r>
          </a:p>
        </p:txBody>
      </p:sp>
      <p:sp>
        <p:nvSpPr>
          <p:cNvPr id="7" name="">
            <a:extLst xmlns:a="http://schemas.openxmlformats.org/drawingml/2006/main">
              <a:ext uri="{FF2B5EF4-FFF2-40B4-BE49-F238E27FC236}">
                <a16:creationId xmlns:a16="http://schemas.microsoft.com/office/drawing/2014/main" id="{CB37F8AA-5F2A-42E6-9AC9-94A3ECF8178E}"/>
              </a:ext>
            </a:extLst>
          </p:cNvPr>
          <p:cNvSpPr>
            <a:spLocks xmlns:a="http://schemas.openxmlformats.org/drawingml/2006/main" noGrp="1"/>
          </p:cNvSpPr>
          <p:nvPr/>
        </p:nvSpPr>
        <p:spPr>
          <a:xfrm xmlns:a="http://schemas.openxmlformats.org/drawingml/2006/main">
            <a:off x="6619875" y="4048125"/>
            <a:ext cx="4762500" cy="1000125"/>
          </a:xfrm>
          <a:prstGeom xmlns:a="http://schemas.openxmlformats.org/drawingml/2006/main" prst="roundRect">
            <a:avLst>
              <a:gd name="adj" fmla="val 7619"/>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Разрешённые операции</a:t>
            </a:r>
          </a:p>
        </p:txBody>
      </p:sp>
      <p:sp>
        <p:nvSpPr>
          <p:cNvPr id="8" name="">
            <a:extLst xmlns:a="http://schemas.openxmlformats.org/drawingml/2006/main">
              <a:ext uri="{FF2B5EF4-FFF2-40B4-BE49-F238E27FC236}">
                <a16:creationId xmlns:a16="http://schemas.microsoft.com/office/drawing/2014/main" id="{BDCFB273-6C62-45C8-9346-F40D62228558}"/>
              </a:ext>
            </a:extLst>
          </p:cNvPr>
          <p:cNvSpPr>
            <a:spLocks xmlns:a="http://schemas.openxmlformats.org/drawingml/2006/main" noGrp="1"/>
          </p:cNvSpPr>
          <p:nvPr/>
        </p:nvSpPr>
        <p:spPr>
          <a:xfrm xmlns:a="http://schemas.openxmlformats.org/drawingml/2006/main">
            <a:off x="6096000" y="2476500"/>
            <a:ext cx="0" cy="2571750"/>
          </a:xfrm>
          <a:prstGeom xmlns:a="http://schemas.openxmlformats.org/drawingml/2006/main" prst="line">
            <a:avLst/>
          </a:prstGeom>
          <a:noFill xmlns:a="http://schemas.openxmlformats.org/drawingml/2006/main"/>
          <a:ln xmlns:a="http://schemas.openxmlformats.org/drawingml/2006/main" w="19050">
            <a:solidFill>
              <a:srgbClr val="C8D1CF"/>
            </a:solidFill>
            <a:prstDash val="solid"/>
          </a:ln>
        </p:spPr>
      </p:sp>
      <p:sp>
        <p:nvSpPr>
          <p:cNvPr id="9" name="">
            <a:extLst xmlns:a="http://schemas.openxmlformats.org/drawingml/2006/main">
              <a:ext uri="{FF2B5EF4-FFF2-40B4-BE49-F238E27FC236}">
                <a16:creationId xmlns:a16="http://schemas.microsoft.com/office/drawing/2014/main" id="{4517136B-D928-4D6F-A450-E42EF198D40E}"/>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0" name="">
            <a:extLst xmlns:a="http://schemas.openxmlformats.org/drawingml/2006/main">
              <a:ext uri="{FF2B5EF4-FFF2-40B4-BE49-F238E27FC236}">
                <a16:creationId xmlns:a16="http://schemas.microsoft.com/office/drawing/2014/main" id="{23D3CCF9-F798-4C05-93CB-5FC2B8778668}"/>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Системе нужны проверки на этапе исполнения.</a:t>
            </a:r>
          </a:p>
        </p:txBody>
      </p:sp>
      <p:sp>
        <p:nvSpPr>
          <p:cNvPr id="11" name="">
            <a:extLst xmlns:a="http://schemas.openxmlformats.org/drawingml/2006/main">
              <a:ext uri="{FF2B5EF4-FFF2-40B4-BE49-F238E27FC236}">
                <a16:creationId xmlns:a16="http://schemas.microsoft.com/office/drawing/2014/main" id="{22999836-AE2A-486A-B4CF-FAE8BD8C6A6D}"/>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23 / 32</a:t>
            </a:r>
          </a:p>
        </p:txBody>
      </p:sp>
    </p:spTree>
    <p:extLst>
      <p:ext uri="{BB962C8B-B14F-4D97-AF65-F5344CB8AC3E}">
        <p14:creationId xmlns:p14="http://schemas.microsoft.com/office/powerpoint/2010/main" val="1380440655"/>
      </p:ext>
    </p:extLst>
  </p:cSld>
</p:sld>
</file>

<file path=ppt/slides/slide2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ABB0027-63FA-491E-BA68-E4E09CAD7D05}"/>
              </a:ext>
            </a:extLst>
          </p:cNvPr>
          <p:cNvCxnSpPr>
            <a:stCxn xmlns:a="http://schemas.openxmlformats.org/drawingml/2006/main" id="7" idx="3"/>
            <a:endCxn xmlns:a="http://schemas.openxmlformats.org/drawingml/2006/main" id="8" idx="1"/>
          </p:cNvCxnSpPr>
          <p:nvPr/>
        </p:nvCxnSpPr>
        <p:spPr>
          <a:xfrm xmlns:a="http://schemas.openxmlformats.org/drawingml/2006/main">
            <a:off x="921258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968B7A0D-C725-490F-B3D8-FE01BA535067}"/>
              </a:ext>
            </a:extLst>
          </p:cNvPr>
          <p:cNvCxnSpPr>
            <a:stCxn xmlns:a="http://schemas.openxmlformats.org/drawingml/2006/main" id="6" idx="3"/>
            <a:endCxn xmlns:a="http://schemas.openxmlformats.org/drawingml/2006/main" id="7" idx="1"/>
          </p:cNvCxnSpPr>
          <p:nvPr/>
        </p:nvCxnSpPr>
        <p:spPr>
          <a:xfrm xmlns:a="http://schemas.openxmlformats.org/drawingml/2006/main">
            <a:off x="699516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324835FD-FFA9-4A32-A3C7-531B55CB955B}"/>
              </a:ext>
            </a:extLst>
          </p:cNvPr>
          <p:cNvCxnSpPr>
            <a:stCxn xmlns:a="http://schemas.openxmlformats.org/drawingml/2006/main" id="5" idx="3"/>
            <a:endCxn xmlns:a="http://schemas.openxmlformats.org/drawingml/2006/main" id="6" idx="1"/>
          </p:cNvCxnSpPr>
          <p:nvPr/>
        </p:nvCxnSpPr>
        <p:spPr>
          <a:xfrm xmlns:a="http://schemas.openxmlformats.org/drawingml/2006/main">
            <a:off x="477774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818CCB8B-023B-455E-A648-DFAB2069FF40}"/>
              </a:ext>
            </a:extLst>
          </p:cNvPr>
          <p:cNvCxnSpPr>
            <a:stCxn xmlns:a="http://schemas.openxmlformats.org/drawingml/2006/main" id="4" idx="3"/>
            <a:endCxn xmlns:a="http://schemas.openxmlformats.org/drawingml/2006/main" id="5" idx="1"/>
          </p:cNvCxnSpPr>
          <p:nvPr/>
        </p:nvCxnSpPr>
        <p:spPr>
          <a:xfrm xmlns:a="http://schemas.openxmlformats.org/drawingml/2006/main">
            <a:off x="256032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7" name="">
            <a:extLst xmlns:a="http://schemas.openxmlformats.org/drawingml/2006/main">
              <a:ext uri="{FF2B5EF4-FFF2-40B4-BE49-F238E27FC236}">
                <a16:creationId xmlns:a16="http://schemas.microsoft.com/office/drawing/2014/main" id="{C7B0D3E4-3D2B-4A51-9096-1F7A46882D27}"/>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6E624682-8C59-4734-B129-652114B4519E}"/>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Лимит действий и времени</a:t>
            </a:r>
          </a:p>
        </p:txBody>
      </p:sp>
      <p:sp>
        <p:nvSpPr>
          <p:cNvPr id="3" name="">
            <a:extLst xmlns:a="http://schemas.openxmlformats.org/drawingml/2006/main">
              <a:ext uri="{FF2B5EF4-FFF2-40B4-BE49-F238E27FC236}">
                <a16:creationId xmlns:a16="http://schemas.microsoft.com/office/drawing/2014/main" id="{21CAD9C2-3818-4B9B-8A83-28E4941EF7C1}"/>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Остановка ограничивает расход ресурсов.</a:t>
            </a:r>
          </a:p>
        </p:txBody>
      </p:sp>
      <p:sp>
        <p:nvSpPr>
          <p:cNvPr id="4" name="">
            <a:extLst xmlns:a="http://schemas.openxmlformats.org/drawingml/2006/main">
              <a:ext uri="{FF2B5EF4-FFF2-40B4-BE49-F238E27FC236}">
                <a16:creationId xmlns:a16="http://schemas.microsoft.com/office/drawing/2014/main" id="{16CB2633-C55D-4E43-97DD-63C5801ACDB5}"/>
              </a:ext>
            </a:extLst>
          </p:cNvPr>
          <p:cNvSpPr>
            <a:spLocks xmlns:a="http://schemas.openxmlformats.org/drawingml/2006/main" noGrp="1"/>
          </p:cNvSpPr>
          <p:nvPr/>
        </p:nvSpPr>
        <p:spPr>
          <a:xfrm xmlns:a="http://schemas.openxmlformats.org/drawingml/2006/main">
            <a:off x="762000" y="2952750"/>
            <a:ext cx="179832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7EF28D3D-361D-43E2-9993-C399A49B20A7}"/>
              </a:ext>
            </a:extLst>
          </p:cNvPr>
          <p:cNvSpPr>
            <a:spLocks xmlns:a="http://schemas.openxmlformats.org/drawingml/2006/main" noGrp="1"/>
          </p:cNvSpPr>
          <p:nvPr/>
        </p:nvSpPr>
        <p:spPr>
          <a:xfrm xmlns:a="http://schemas.openxmlformats.org/drawingml/2006/main">
            <a:off x="2979420" y="2952750"/>
            <a:ext cx="179832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8000D85-6D0C-4DDE-86A3-9011CD440013}"/>
              </a:ext>
            </a:extLst>
          </p:cNvPr>
          <p:cNvSpPr>
            <a:spLocks xmlns:a="http://schemas.openxmlformats.org/drawingml/2006/main" noGrp="1"/>
          </p:cNvSpPr>
          <p:nvPr/>
        </p:nvSpPr>
        <p:spPr>
          <a:xfrm xmlns:a="http://schemas.openxmlformats.org/drawingml/2006/main">
            <a:off x="5196840" y="2952750"/>
            <a:ext cx="179832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3</a:t>
            </a:r>
          </a:p>
        </p:txBody>
      </p:sp>
      <p:sp>
        <p:nvSpPr>
          <p:cNvPr id="7" name="">
            <a:extLst xmlns:a="http://schemas.openxmlformats.org/drawingml/2006/main">
              <a:ext uri="{FF2B5EF4-FFF2-40B4-BE49-F238E27FC236}">
                <a16:creationId xmlns:a16="http://schemas.microsoft.com/office/drawing/2014/main" id="{8DFB1E60-533C-4E60-B95A-D1652E650CF5}"/>
              </a:ext>
            </a:extLst>
          </p:cNvPr>
          <p:cNvSpPr>
            <a:spLocks xmlns:a="http://schemas.openxmlformats.org/drawingml/2006/main" noGrp="1"/>
          </p:cNvSpPr>
          <p:nvPr/>
        </p:nvSpPr>
        <p:spPr>
          <a:xfrm xmlns:a="http://schemas.openxmlformats.org/drawingml/2006/main">
            <a:off x="7414260" y="2952750"/>
            <a:ext cx="1798320"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1D4BEA09-1D20-4DD0-8240-6D5E68F7C652}"/>
              </a:ext>
            </a:extLst>
          </p:cNvPr>
          <p:cNvSpPr>
            <a:spLocks xmlns:a="http://schemas.openxmlformats.org/drawingml/2006/main" noGrp="1"/>
          </p:cNvSpPr>
          <p:nvPr/>
        </p:nvSpPr>
        <p:spPr>
          <a:xfrm xmlns:a="http://schemas.openxmlformats.org/drawingml/2006/main">
            <a:off x="9631680" y="2952750"/>
            <a:ext cx="1798320"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Лимит</a:t>
            </a:r>
          </a:p>
        </p:txBody>
      </p:sp>
      <p:sp>
        <p:nvSpPr>
          <p:cNvPr id="13" name="">
            <a:extLst xmlns:a="http://schemas.openxmlformats.org/drawingml/2006/main">
              <a:ext uri="{FF2B5EF4-FFF2-40B4-BE49-F238E27FC236}">
                <a16:creationId xmlns:a16="http://schemas.microsoft.com/office/drawing/2014/main" id="{F1193371-09E1-4073-B4BB-A5E643DE2BEE}"/>
              </a:ext>
            </a:extLst>
          </p:cNvPr>
          <p:cNvSpPr>
            <a:spLocks xmlns:a="http://schemas.openxmlformats.org/drawingml/2006/main" noGrp="1"/>
          </p:cNvSpPr>
          <p:nvPr/>
        </p:nvSpPr>
        <p:spPr>
          <a:xfrm xmlns:a="http://schemas.openxmlformats.org/drawingml/2006/main">
            <a:off x="1238250" y="4810125"/>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00" b="1">
                <a:solidFill>
                  <a:srgbClr val="BA4E31"/>
                </a:solidFill>
                <a:latin typeface="DejaVu Sans"/>
                <a:ea typeface="DejaVu Sans"/>
                <a:cs typeface="DejaVu Sans"/>
              </a:defRPr>
            </a:defPPr>
            <a:lvl1pPr algn="ctr">
              <a:defRPr sz="2100" b="1">
                <a:solidFill>
                  <a:srgbClr val="BA4E31"/>
                </a:solidFill>
                <a:latin typeface="DejaVu Sans"/>
                <a:ea typeface="DejaVu Sans"/>
                <a:cs typeface="DejaVu Sans"/>
              </a:defRPr>
            </a:lvl1pPr>
            <a:lvl2pPr algn="ctr">
              <a:defRPr sz="2100" b="1">
                <a:solidFill>
                  <a:srgbClr val="BA4E31"/>
                </a:solidFill>
                <a:latin typeface="DejaVu Sans"/>
                <a:ea typeface="DejaVu Sans"/>
                <a:cs typeface="DejaVu Sans"/>
              </a:defRPr>
            </a:lvl2pPr>
            <a:lvl3pPr algn="ctr">
              <a:defRPr sz="2100" b="1">
                <a:solidFill>
                  <a:srgbClr val="BA4E31"/>
                </a:solidFill>
                <a:latin typeface="DejaVu Sans"/>
                <a:ea typeface="DejaVu Sans"/>
                <a:cs typeface="DejaVu Sans"/>
              </a:defRPr>
            </a:lvl3pPr>
            <a:lvl4pPr algn="ctr">
              <a:defRPr sz="2100" b="1">
                <a:solidFill>
                  <a:srgbClr val="BA4E31"/>
                </a:solidFill>
                <a:latin typeface="DejaVu Sans"/>
                <a:ea typeface="DejaVu Sans"/>
                <a:cs typeface="DejaVu Sans"/>
              </a:defRPr>
            </a:lvl4pPr>
            <a:lvl5pPr algn="ctr">
              <a:defRPr sz="2100" b="1">
                <a:solidFill>
                  <a:srgbClr val="BA4E31"/>
                </a:solidFill>
                <a:latin typeface="DejaVu Sans"/>
                <a:ea typeface="DejaVu Sans"/>
                <a:cs typeface="DejaVu Sans"/>
              </a:defRPr>
            </a:lvl5pPr>
            <a:lvl6pPr algn="ctr">
              <a:defRPr sz="2100" b="1">
                <a:solidFill>
                  <a:srgbClr val="BA4E31"/>
                </a:solidFill>
                <a:latin typeface="DejaVu Sans"/>
                <a:ea typeface="DejaVu Sans"/>
                <a:cs typeface="DejaVu Sans"/>
              </a:defRPr>
            </a:lvl6pPr>
            <a:lvl7pPr algn="ctr">
              <a:defRPr sz="2100" b="1">
                <a:solidFill>
                  <a:srgbClr val="BA4E31"/>
                </a:solidFill>
                <a:latin typeface="DejaVu Sans"/>
                <a:ea typeface="DejaVu Sans"/>
                <a:cs typeface="DejaVu Sans"/>
              </a:defRPr>
            </a:lvl7pPr>
            <a:lvl8pPr algn="ctr">
              <a:defRPr sz="2100" b="1">
                <a:solidFill>
                  <a:srgbClr val="BA4E31"/>
                </a:solidFill>
                <a:latin typeface="DejaVu Sans"/>
                <a:ea typeface="DejaVu Sans"/>
                <a:cs typeface="DejaVu Sans"/>
              </a:defRPr>
            </a:lvl8pPr>
            <a:lvl9pPr algn="ctr">
              <a:defRPr sz="2100" b="1">
                <a:solidFill>
                  <a:srgbClr val="BA4E31"/>
                </a:solidFill>
                <a:latin typeface="DejaVu Sans"/>
                <a:ea typeface="DejaVu Sans"/>
                <a:cs typeface="DejaVu Sans"/>
              </a:defRPr>
            </a:lvl9pPr>
          </a:lstStyle>
          <a:p xmlns:a="http://schemas.openxmlformats.org/drawingml/2006/main">
            <a:pPr algn="ctr">
              <a:defRPr sz="2100" b="1">
                <a:solidFill>
                  <a:srgbClr val="BA4E31"/>
                </a:solidFill>
                <a:latin typeface="DejaVu Sans"/>
                <a:ea typeface="DejaVu Sans"/>
                <a:cs typeface="DejaVu Sans"/>
              </a:defRPr>
            </a:pPr>
            <a:r>
              <a:rPr sz="2100" b="1">
                <a:solidFill>
                  <a:srgbClr val="BA4E31"/>
                </a:solidFill>
                <a:latin typeface="DejaVu Sans"/>
                <a:ea typeface="DejaVu Sans"/>
                <a:cs typeface="DejaVu Sans"/>
              </a:rPr>
              <a:t>Число шагов и время ограничены приложением</a:t>
            </a:r>
          </a:p>
        </p:txBody>
      </p:sp>
      <p:sp>
        <p:nvSpPr>
          <p:cNvPr id="14" name="">
            <a:extLst xmlns:a="http://schemas.openxmlformats.org/drawingml/2006/main">
              <a:ext uri="{FF2B5EF4-FFF2-40B4-BE49-F238E27FC236}">
                <a16:creationId xmlns:a16="http://schemas.microsoft.com/office/drawing/2014/main" id="{254F971F-E23C-407C-AF84-F012F35328AA}"/>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5" name="">
            <a:extLst xmlns:a="http://schemas.openxmlformats.org/drawingml/2006/main">
              <a:ext uri="{FF2B5EF4-FFF2-40B4-BE49-F238E27FC236}">
                <a16:creationId xmlns:a16="http://schemas.microsoft.com/office/drawing/2014/main" id="{F32F5382-91AC-447F-917A-BD31E95EE8E4}"/>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Дедлайн обнаруживает опоздание, но не прерывает любую зависшую функцию.</a:t>
            </a:r>
          </a:p>
        </p:txBody>
      </p:sp>
      <p:sp>
        <p:nvSpPr>
          <p:cNvPr id="16" name="">
            <a:extLst xmlns:a="http://schemas.openxmlformats.org/drawingml/2006/main">
              <a:ext uri="{FF2B5EF4-FFF2-40B4-BE49-F238E27FC236}">
                <a16:creationId xmlns:a16="http://schemas.microsoft.com/office/drawing/2014/main" id="{2890C010-09AA-45B4-9806-14290554273A}"/>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24 / 32</a:t>
            </a:r>
          </a:p>
        </p:txBody>
      </p:sp>
    </p:spTree>
    <p:extLst>
      <p:ext uri="{BB962C8B-B14F-4D97-AF65-F5344CB8AC3E}">
        <p14:creationId xmlns:p14="http://schemas.microsoft.com/office/powerpoint/2010/main" val="877891795"/>
      </p:ext>
    </p:extLst>
  </p:cSld>
</p:sld>
</file>

<file path=ppt/slides/slide2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404A1-177D-49B0-A674-7AA5681E42EE}"/>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86D765D9-D81A-4629-873E-9A1DB3774568}"/>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Пять испытаний своего правила</a:t>
            </a:r>
          </a:p>
        </p:txBody>
      </p:sp>
      <p:sp>
        <p:nvSpPr>
          <p:cNvPr id="3" name="">
            <a:extLst xmlns:a="http://schemas.openxmlformats.org/drawingml/2006/main">
              <a:ext uri="{FF2B5EF4-FFF2-40B4-BE49-F238E27FC236}">
                <a16:creationId xmlns:a16="http://schemas.microsoft.com/office/drawing/2014/main" id="{47A0F725-ADE2-473F-95AD-FC589F01891B}"/>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Ожидание записываем до запуска.</a:t>
            </a:r>
          </a:p>
        </p:txBody>
      </p:sp>
      <p:graphicFrame>
        <p:nvGraphicFramePr>
          <p:cNvPr id="4" name="">
            <a:extLst xmlns:a="http://schemas.openxmlformats.org/drawingml/2006/main">
              <a:ext uri="{FF2B5EF4-FFF2-40B4-BE49-F238E27FC236}">
                <a16:creationId xmlns:a16="http://schemas.microsoft.com/office/drawing/2014/main" id="{E867DB75-4AD9-42B4-80AA-6D7ACD962099}"/>
              </a:ext>
            </a:extLst>
          </p:cNvPr>
          <p:cNvGraphicFramePr/>
          <p:nvPr/>
        </p:nvGraphicFramePr>
        <p:xfrm>
          <a:off xmlns:a="http://schemas.openxmlformats.org/drawingml/2006/main" x="762000" y="2381250"/>
          <a:ext xmlns:a="http://schemas.openxmlformats.org/drawingml/2006/main" cx="10668000" cy="2952750"/>
        </p:xfrm>
        <a:graphic xmlns:a="http://schemas.openxmlformats.org/drawingml/2006/main">
          <a:graphicData uri="http://schemas.openxmlformats.org/drawingml/2006/table">
            <a:tbl>
              <a:tblPr/>
              <a:tblGrid>
                <a:gridCol w="4095750"/>
                <a:gridCol w="6572250"/>
              </a:tblGrid>
              <a:tr h="492125">
                <a:tc>
                  <a:txBody>
                    <a:bodyPr lIns="114300" tIns="114300" rIns="114300" bIns="114300"/>
                    <a:lstStyle/>
                    <a:p>
                      <a:r>
                        <a:rPr sz="1875" b="1">
                          <a:solidFill>
                            <a:srgbClr val="FFFFFF"/>
                          </a:solidFill>
                          <a:latin typeface="DejaVu Sans"/>
                          <a:ea typeface="DejaVu Sans"/>
                          <a:cs typeface="DejaVu Sans"/>
                        </a:rPr>
                        <a:t>Вход</a:t>
                      </a:r>
                    </a:p>
                  </a:txBody>
                  <a:tcPr marL="91440" marR="91440" marT="45720" marB="45720">
                    <a:lnL w="9525">
                      <a:solidFill>
                        <a:srgbClr val="CAD6D2"/>
                      </a:solidFill>
                      <a:prstDash val="solid"/>
                    </a:lnL>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c>
                  <a:txBody>
                    <a:bodyPr lIns="114300" tIns="114300" rIns="114300" bIns="114300"/>
                    <a:lstStyle/>
                    <a:p>
                      <a:r>
                        <a:rPr sz="1875" b="1">
                          <a:solidFill>
                            <a:srgbClr val="FFFFFF"/>
                          </a:solidFill>
                          <a:latin typeface="DejaVu Sans"/>
                          <a:ea typeface="DejaVu Sans"/>
                          <a:cs typeface="DejaVu Sans"/>
                        </a:rPr>
                        <a:t>Что проверяем</a:t>
                      </a:r>
                    </a:p>
                  </a:txBody>
                  <a:tcPr marL="91440" marR="91440" marT="45720" marB="45720">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r>
              <a:tr h="492125">
                <a:tc>
                  <a:txBody>
                    <a:bodyPr lIns="114300" tIns="114300" rIns="114300" bIns="114300"/>
                    <a:lstStyle/>
                    <a:p>
                      <a:r>
                        <a:rPr sz="1875" b="0">
                          <a:solidFill>
                            <a:srgbClr val="172C33"/>
                          </a:solidFill>
                          <a:latin typeface="DejaVu Sans"/>
                          <a:ea typeface="DejaVu Sans"/>
                          <a:cs typeface="DejaVu Sans"/>
                        </a:rPr>
                        <a:t>Обычный запрос</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Нужный источник</a:t>
                      </a:r>
                    </a:p>
                  </a:txBody>
                  <a:tcPr marL="91440" marR="91440" marT="45720" marB="45720">
                    <a:lnR w="9525">
                      <a:solidFill>
                        <a:srgbClr val="CAD6D2"/>
                      </a:solidFill>
                      <a:prstDash val="solid"/>
                    </a:lnR>
                    <a:lnB w="9525">
                      <a:solidFill>
                        <a:srgbClr val="CAD6D2"/>
                      </a:solidFill>
                      <a:prstDash val="solid"/>
                    </a:lnB>
                    <a:solidFill>
                      <a:srgbClr val="FFFFFF"/>
                    </a:solidFill>
                  </a:tcPr>
                </a:tc>
              </a:tr>
              <a:tr h="492125">
                <a:tc>
                  <a:txBody>
                    <a:bodyPr lIns="114300" tIns="114300" rIns="114300" bIns="114300"/>
                    <a:lstStyle/>
                    <a:p>
                      <a:r>
                        <a:rPr sz="1875" b="0">
                          <a:solidFill>
                            <a:srgbClr val="172C33"/>
                          </a:solidFill>
                          <a:latin typeface="DejaVu Sans"/>
                          <a:ea typeface="DejaVu Sans"/>
                          <a:cs typeface="DejaVu Sans"/>
                        </a:rPr>
                        <a:t>Другие слова</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EDF1E9"/>
                    </a:solidFill>
                  </a:tcPr>
                </a:tc>
                <a:tc>
                  <a:txBody>
                    <a:bodyPr lIns="114300" tIns="114300" rIns="114300" bIns="114300"/>
                    <a:lstStyle/>
                    <a:p>
                      <a:r>
                        <a:rPr sz="1875" b="0">
                          <a:solidFill>
                            <a:srgbClr val="172C33"/>
                          </a:solidFill>
                          <a:latin typeface="DejaVu Sans"/>
                          <a:ea typeface="DejaVu Sans"/>
                          <a:cs typeface="DejaVu Sans"/>
                        </a:rPr>
                        <a:t>Ограничение поиска</a:t>
                      </a:r>
                    </a:p>
                  </a:txBody>
                  <a:tcPr marL="91440" marR="91440" marT="45720" marB="45720">
                    <a:lnR w="9525">
                      <a:solidFill>
                        <a:srgbClr val="CAD6D2"/>
                      </a:solidFill>
                      <a:prstDash val="solid"/>
                    </a:lnR>
                    <a:lnB w="9525">
                      <a:solidFill>
                        <a:srgbClr val="CAD6D2"/>
                      </a:solidFill>
                      <a:prstDash val="solid"/>
                    </a:lnB>
                    <a:solidFill>
                      <a:srgbClr val="EDF1E9"/>
                    </a:solidFill>
                  </a:tcPr>
                </a:tc>
              </a:tr>
              <a:tr h="492125">
                <a:tc>
                  <a:txBody>
                    <a:bodyPr lIns="114300" tIns="114300" rIns="114300" bIns="114300"/>
                    <a:lstStyle/>
                    <a:p>
                      <a:r>
                        <a:rPr sz="1875" b="0">
                          <a:solidFill>
                            <a:srgbClr val="172C33"/>
                          </a:solidFill>
                          <a:latin typeface="DejaVu Sans"/>
                          <a:ea typeface="DejaVu Sans"/>
                          <a:cs typeface="DejaVu Sans"/>
                        </a:rPr>
                        <a:t>Чужая тема</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Передача человеку</a:t>
                      </a:r>
                    </a:p>
                  </a:txBody>
                  <a:tcPr marL="91440" marR="91440" marT="45720" marB="45720">
                    <a:lnR w="9525">
                      <a:solidFill>
                        <a:srgbClr val="CAD6D2"/>
                      </a:solidFill>
                      <a:prstDash val="solid"/>
                    </a:lnR>
                    <a:lnB w="9525">
                      <a:solidFill>
                        <a:srgbClr val="CAD6D2"/>
                      </a:solidFill>
                      <a:prstDash val="solid"/>
                    </a:lnB>
                    <a:solidFill>
                      <a:srgbClr val="FFFFFF"/>
                    </a:solidFill>
                  </a:tcPr>
                </a:tc>
              </a:tr>
              <a:tr h="492125">
                <a:tc>
                  <a:txBody>
                    <a:bodyPr lIns="114300" tIns="114300" rIns="114300" bIns="114300"/>
                    <a:lstStyle/>
                    <a:p>
                      <a:r>
                        <a:rPr sz="1875" b="0">
                          <a:solidFill>
                            <a:srgbClr val="172C33"/>
                          </a:solidFill>
                          <a:latin typeface="DejaVu Sans"/>
                          <a:ea typeface="DejaVu Sans"/>
                          <a:cs typeface="DejaVu Sans"/>
                        </a:rPr>
                        <a:t>Две темы</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EDF1E9"/>
                    </a:solidFill>
                  </a:tcPr>
                </a:tc>
                <a:tc>
                  <a:txBody>
                    <a:bodyPr lIns="114300" tIns="114300" rIns="114300" bIns="114300"/>
                    <a:lstStyle/>
                    <a:p>
                      <a:r>
                        <a:rPr sz="1875" b="0">
                          <a:solidFill>
                            <a:srgbClr val="172C33"/>
                          </a:solidFill>
                          <a:latin typeface="DejaVu Sans"/>
                          <a:ea typeface="DejaVu Sans"/>
                          <a:cs typeface="DejaVu Sans"/>
                        </a:rPr>
                        <a:t>Уточнение</a:t>
                      </a:r>
                    </a:p>
                  </a:txBody>
                  <a:tcPr marL="91440" marR="91440" marT="45720" marB="45720">
                    <a:lnR w="9525">
                      <a:solidFill>
                        <a:srgbClr val="CAD6D2"/>
                      </a:solidFill>
                      <a:prstDash val="solid"/>
                    </a:lnR>
                    <a:lnB w="9525">
                      <a:solidFill>
                        <a:srgbClr val="CAD6D2"/>
                      </a:solidFill>
                      <a:prstDash val="solid"/>
                    </a:lnB>
                    <a:solidFill>
                      <a:srgbClr val="EDF1E9"/>
                    </a:solidFill>
                  </a:tcPr>
                </a:tc>
              </a:tr>
              <a:tr h="492125">
                <a:tc>
                  <a:txBody>
                    <a:bodyPr lIns="114300" tIns="114300" rIns="114300" bIns="114300"/>
                    <a:lstStyle/>
                    <a:p>
                      <a:r>
                        <a:rPr sz="1875" b="0">
                          <a:solidFill>
                            <a:srgbClr val="172C33"/>
                          </a:solidFill>
                          <a:latin typeface="DejaVu Sans"/>
                          <a:ea typeface="DejaVu Sans"/>
                          <a:cs typeface="DejaVu Sans"/>
                        </a:rPr>
                        <a:t>Срочно</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Срок первого ответа</a:t>
                      </a:r>
                    </a:p>
                  </a:txBody>
                  <a:tcPr marL="91440" marR="91440" marT="45720" marB="45720">
                    <a:lnR w="9525">
                      <a:solidFill>
                        <a:srgbClr val="CAD6D2"/>
                      </a:solidFill>
                      <a:prstDash val="solid"/>
                    </a:lnR>
                    <a:lnB w="9525">
                      <a:solidFill>
                        <a:srgbClr val="CAD6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A08080-D705-45E8-826C-6AB9A4F3FBBF}"/>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6" name="">
            <a:extLst xmlns:a="http://schemas.openxmlformats.org/drawingml/2006/main">
              <a:ext uri="{FF2B5EF4-FFF2-40B4-BE49-F238E27FC236}">
                <a16:creationId xmlns:a16="http://schemas.microsoft.com/office/drawing/2014/main" id="{5BCA4C96-F50D-42CC-962A-4BF330CFBBFB}"/>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Хороший отчёт показывает и успешные, и проблемные случаи.</a:t>
            </a:r>
          </a:p>
        </p:txBody>
      </p:sp>
      <p:sp>
        <p:nvSpPr>
          <p:cNvPr id="7" name="">
            <a:extLst xmlns:a="http://schemas.openxmlformats.org/drawingml/2006/main">
              <a:ext uri="{FF2B5EF4-FFF2-40B4-BE49-F238E27FC236}">
                <a16:creationId xmlns:a16="http://schemas.microsoft.com/office/drawing/2014/main" id="{4539B150-2031-471E-9A54-BAB07957E441}"/>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25 / 32</a:t>
            </a:r>
          </a:p>
        </p:txBody>
      </p:sp>
    </p:spTree>
    <p:extLst>
      <p:ext uri="{BB962C8B-B14F-4D97-AF65-F5344CB8AC3E}">
        <p14:creationId xmlns:p14="http://schemas.microsoft.com/office/powerpoint/2010/main" val="557669006"/>
      </p:ext>
    </p:extLst>
  </p:cSld>
</p:sld>
</file>

<file path=ppt/slides/slide2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603624-0A6E-4DA3-A897-602E3B2A716D}"/>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2E02B9B2-71AA-449C-9676-F64399C3F7F1}"/>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Повторные запуски модели</a:t>
            </a:r>
          </a:p>
        </p:txBody>
      </p:sp>
      <p:sp>
        <p:nvSpPr>
          <p:cNvPr id="3" name="">
            <a:extLst xmlns:a="http://schemas.openxmlformats.org/drawingml/2006/main">
              <a:ext uri="{FF2B5EF4-FFF2-40B4-BE49-F238E27FC236}">
                <a16:creationId xmlns:a16="http://schemas.microsoft.com/office/drawing/2014/main" id="{BE4AE7C1-70A9-40EF-8C0A-D4C1ABD260DB}"/>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Один удачный ответ не описывает всю надёжность.</a:t>
            </a:r>
          </a:p>
        </p:txBody>
      </p:sp>
      <p:graphicFrame>
        <p:nvGraphicFramePr>
          <p:cNvPr id="4" name="">
            <a:extLst xmlns:a="http://schemas.openxmlformats.org/drawingml/2006/main">
              <a:ext uri="{FF2B5EF4-FFF2-40B4-BE49-F238E27FC236}">
                <a16:creationId xmlns:a16="http://schemas.microsoft.com/office/drawing/2014/main" id="{AB545548-7F11-4D06-98B9-570C96696D78}"/>
              </a:ext>
            </a:extLst>
          </p:cNvPr>
          <p:cNvGraphicFramePr/>
          <p:nvPr/>
        </p:nvGraphicFramePr>
        <p:xfrm>
          <a:off xmlns:a="http://schemas.openxmlformats.org/drawingml/2006/main" x="762000" y="2381250"/>
          <a:ext xmlns:a="http://schemas.openxmlformats.org/drawingml/2006/main" cx="10668000" cy="2952750"/>
        </p:xfrm>
        <a:graphic xmlns:a="http://schemas.openxmlformats.org/drawingml/2006/main">
          <a:graphicData uri="http://schemas.openxmlformats.org/drawingml/2006/table">
            <a:tbl>
              <a:tblPr/>
              <a:tblGrid>
                <a:gridCol w="1809750"/>
                <a:gridCol w="2952750"/>
                <a:gridCol w="2952750"/>
                <a:gridCol w="2952750"/>
              </a:tblGrid>
              <a:tr h="738188">
                <a:tc>
                  <a:txBody>
                    <a:bodyPr lIns="114300" tIns="114300" rIns="114300" bIns="114300"/>
                    <a:lstStyle/>
                    <a:p>
                      <a:r>
                        <a:rPr sz="1875" b="1">
                          <a:solidFill>
                            <a:srgbClr val="FFFFFF"/>
                          </a:solidFill>
                          <a:latin typeface="DejaVu Sans"/>
                          <a:ea typeface="DejaVu Sans"/>
                          <a:cs typeface="DejaVu Sans"/>
                        </a:rPr>
                        <a:t>Попытка</a:t>
                      </a:r>
                    </a:p>
                  </a:txBody>
                  <a:tcPr marL="91440" marR="91440" marT="45720" marB="45720">
                    <a:lnL w="9525">
                      <a:solidFill>
                        <a:srgbClr val="CAD6D2"/>
                      </a:solidFill>
                      <a:prstDash val="solid"/>
                    </a:lnL>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c>
                  <a:txBody>
                    <a:bodyPr lIns="114300" tIns="114300" rIns="114300" bIns="114300"/>
                    <a:lstStyle/>
                    <a:p>
                      <a:r>
                        <a:rPr sz="1875" b="1">
                          <a:solidFill>
                            <a:srgbClr val="FFFFFF"/>
                          </a:solidFill>
                          <a:latin typeface="DejaVu Sans"/>
                          <a:ea typeface="DejaVu Sans"/>
                          <a:cs typeface="DejaVu Sans"/>
                        </a:rPr>
                        <a:t>Статус</a:t>
                      </a:r>
                    </a:p>
                  </a:txBody>
                  <a:tcPr marL="91440" marR="91440" marT="45720" marB="45720">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c>
                  <a:txBody>
                    <a:bodyPr lIns="114300" tIns="114300" rIns="114300" bIns="114300"/>
                    <a:lstStyle/>
                    <a:p>
                      <a:r>
                        <a:rPr sz="1875" b="1">
                          <a:solidFill>
                            <a:srgbClr val="FFFFFF"/>
                          </a:solidFill>
                          <a:latin typeface="DejaVu Sans"/>
                          <a:ea typeface="DejaVu Sans"/>
                          <a:cs typeface="DejaVu Sans"/>
                        </a:rPr>
                        <a:t>Источник</a:t>
                      </a:r>
                    </a:p>
                  </a:txBody>
                  <a:tcPr marL="91440" marR="91440" marT="45720" marB="45720">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c>
                  <a:txBody>
                    <a:bodyPr lIns="114300" tIns="114300" rIns="114300" bIns="114300"/>
                    <a:lstStyle/>
                    <a:p>
                      <a:r>
                        <a:rPr sz="1875" b="1">
                          <a:solidFill>
                            <a:srgbClr val="FFFFFF"/>
                          </a:solidFill>
                          <a:latin typeface="DejaVu Sans"/>
                          <a:ea typeface="DejaVu Sans"/>
                          <a:cs typeface="DejaVu Sans"/>
                        </a:rPr>
                        <a:t>Токены</a:t>
                      </a:r>
                    </a:p>
                  </a:txBody>
                  <a:tcPr marL="91440" marR="91440" marT="45720" marB="45720">
                    <a:lnR w="9525">
                      <a:solidFill>
                        <a:srgbClr val="CAD6D2"/>
                      </a:solidFill>
                      <a:prstDash val="solid"/>
                    </a:lnR>
                    <a:lnT w="9525">
                      <a:solidFill>
                        <a:srgbClr val="CAD6D2"/>
                      </a:solidFill>
                      <a:prstDash val="solid"/>
                    </a:lnT>
                    <a:lnB w="9525">
                      <a:solidFill>
                        <a:srgbClr val="CAD6D2"/>
                      </a:solidFill>
                      <a:prstDash val="solid"/>
                    </a:lnB>
                    <a:solidFill>
                      <a:srgbClr val="087F83"/>
                    </a:solidFill>
                  </a:tcPr>
                </a:tc>
              </a:tr>
              <a:tr h="738188">
                <a:tc>
                  <a:txBody>
                    <a:bodyPr lIns="114300" tIns="114300" rIns="114300" bIns="114300"/>
                    <a:lstStyle/>
                    <a:p>
                      <a:r>
                        <a:rPr sz="1875" b="0">
                          <a:solidFill>
                            <a:srgbClr val="172C33"/>
                          </a:solidFill>
                          <a:latin typeface="DejaVu Sans"/>
                          <a:ea typeface="DejaVu Sans"/>
                          <a:cs typeface="DejaVu Sans"/>
                        </a:rPr>
                        <a:t>1</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По API</a:t>
                      </a:r>
                    </a:p>
                  </a:txBody>
                  <a:tcPr marL="91440" marR="91440" marT="45720" marB="45720">
                    <a:lnR w="9525">
                      <a:solidFill>
                        <a:srgbClr val="CAD6D2"/>
                      </a:solidFill>
                      <a:prstDash val="solid"/>
                    </a:lnR>
                    <a:lnB w="9525">
                      <a:solidFill>
                        <a:srgbClr val="CAD6D2"/>
                      </a:solidFill>
                      <a:prstDash val="solid"/>
                    </a:lnB>
                    <a:solidFill>
                      <a:srgbClr val="FFFFFF"/>
                    </a:solidFill>
                  </a:tcPr>
                </a:tc>
              </a:tr>
              <a:tr h="738188">
                <a:tc>
                  <a:txBody>
                    <a:bodyPr lIns="114300" tIns="114300" rIns="114300" bIns="114300"/>
                    <a:lstStyle/>
                    <a:p>
                      <a:r>
                        <a:rPr sz="1875" b="0">
                          <a:solidFill>
                            <a:srgbClr val="172C33"/>
                          </a:solidFill>
                          <a:latin typeface="DejaVu Sans"/>
                          <a:ea typeface="DejaVu Sans"/>
                          <a:cs typeface="DejaVu Sans"/>
                        </a:rPr>
                        <a:t>2</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EDF1E9"/>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EDF1E9"/>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EDF1E9"/>
                    </a:solidFill>
                  </a:tcPr>
                </a:tc>
                <a:tc>
                  <a:txBody>
                    <a:bodyPr lIns="114300" tIns="114300" rIns="114300" bIns="114300"/>
                    <a:lstStyle/>
                    <a:p>
                      <a:r>
                        <a:rPr sz="1875" b="0">
                          <a:solidFill>
                            <a:srgbClr val="172C33"/>
                          </a:solidFill>
                          <a:latin typeface="DejaVu Sans"/>
                          <a:ea typeface="DejaVu Sans"/>
                          <a:cs typeface="DejaVu Sans"/>
                        </a:rPr>
                        <a:t>По API</a:t>
                      </a:r>
                    </a:p>
                  </a:txBody>
                  <a:tcPr marL="91440" marR="91440" marT="45720" marB="45720">
                    <a:lnR w="9525">
                      <a:solidFill>
                        <a:srgbClr val="CAD6D2"/>
                      </a:solidFill>
                      <a:prstDash val="solid"/>
                    </a:lnR>
                    <a:lnB w="9525">
                      <a:solidFill>
                        <a:srgbClr val="CAD6D2"/>
                      </a:solidFill>
                      <a:prstDash val="solid"/>
                    </a:lnB>
                    <a:solidFill>
                      <a:srgbClr val="EDF1E9"/>
                    </a:solidFill>
                  </a:tcPr>
                </a:tc>
              </a:tr>
              <a:tr h="738188">
                <a:tc>
                  <a:txBody>
                    <a:bodyPr lIns="114300" tIns="114300" rIns="114300" bIns="114300"/>
                    <a:lstStyle/>
                    <a:p>
                      <a:r>
                        <a:rPr sz="1875" b="0">
                          <a:solidFill>
                            <a:srgbClr val="172C33"/>
                          </a:solidFill>
                          <a:latin typeface="DejaVu Sans"/>
                          <a:ea typeface="DejaVu Sans"/>
                          <a:cs typeface="DejaVu Sans"/>
                        </a:rPr>
                        <a:t>3</a:t>
                      </a:r>
                    </a:p>
                  </a:txBody>
                  <a:tcPr marL="91440" marR="91440" marT="45720" marB="45720">
                    <a:lnL w="9525">
                      <a:solidFill>
                        <a:srgbClr val="CAD6D2"/>
                      </a:solidFill>
                      <a:prstDash val="solid"/>
                    </a:lnL>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Заполнить</a:t>
                      </a:r>
                    </a:p>
                  </a:txBody>
                  <a:tcPr marL="91440" marR="91440" marT="45720" marB="45720">
                    <a:lnR w="9525">
                      <a:solidFill>
                        <a:srgbClr val="CAD6D2"/>
                      </a:solidFill>
                      <a:prstDash val="solid"/>
                    </a:lnR>
                    <a:lnB w="9525">
                      <a:solidFill>
                        <a:srgbClr val="CAD6D2"/>
                      </a:solidFill>
                      <a:prstDash val="solid"/>
                    </a:lnB>
                    <a:solidFill>
                      <a:srgbClr val="FFFFFF"/>
                    </a:solidFill>
                  </a:tcPr>
                </a:tc>
                <a:tc>
                  <a:txBody>
                    <a:bodyPr lIns="114300" tIns="114300" rIns="114300" bIns="114300"/>
                    <a:lstStyle/>
                    <a:p>
                      <a:r>
                        <a:rPr sz="1875" b="0">
                          <a:solidFill>
                            <a:srgbClr val="172C33"/>
                          </a:solidFill>
                          <a:latin typeface="DejaVu Sans"/>
                          <a:ea typeface="DejaVu Sans"/>
                          <a:cs typeface="DejaVu Sans"/>
                        </a:rPr>
                        <a:t>По API</a:t>
                      </a:r>
                    </a:p>
                  </a:txBody>
                  <a:tcPr marL="91440" marR="91440" marT="45720" marB="45720">
                    <a:lnR w="9525">
                      <a:solidFill>
                        <a:srgbClr val="CAD6D2"/>
                      </a:solidFill>
                      <a:prstDash val="solid"/>
                    </a:lnR>
                    <a:lnB w="9525">
                      <a:solidFill>
                        <a:srgbClr val="CAD6D2"/>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F7FCBE6-877D-478D-8525-0F4B58984435}"/>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6" name="">
            <a:extLst xmlns:a="http://schemas.openxmlformats.org/drawingml/2006/main">
              <a:ext uri="{FF2B5EF4-FFF2-40B4-BE49-F238E27FC236}">
                <a16:creationId xmlns:a16="http://schemas.microsoft.com/office/drawing/2014/main" id="{18097F47-EA46-43AE-BDF7-EAC1DA9B6B9C}"/>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Фиксируем модель, вход, исход и затраты каждого реального прогона.</a:t>
            </a:r>
          </a:p>
        </p:txBody>
      </p:sp>
      <p:sp>
        <p:nvSpPr>
          <p:cNvPr id="7" name="">
            <a:extLst xmlns:a="http://schemas.openxmlformats.org/drawingml/2006/main">
              <a:ext uri="{FF2B5EF4-FFF2-40B4-BE49-F238E27FC236}">
                <a16:creationId xmlns:a16="http://schemas.microsoft.com/office/drawing/2014/main" id="{5CAAC2B9-377E-4605-82B8-A532E1CE7042}"/>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26 / 32</a:t>
            </a:r>
          </a:p>
        </p:txBody>
      </p:sp>
    </p:spTree>
    <p:extLst>
      <p:ext uri="{BB962C8B-B14F-4D97-AF65-F5344CB8AC3E}">
        <p14:creationId xmlns:p14="http://schemas.microsoft.com/office/powerpoint/2010/main" val="2055267550"/>
      </p:ext>
    </p:extLst>
  </p:cSld>
</p:sld>
</file>

<file path=ppt/slides/slide2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EF77933-3118-463C-80B3-39C29240CF5D}"/>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26131CEB-AA4C-4721-A6EB-9FA0635987A0}"/>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Своя памятка через мастер</a:t>
            </a:r>
          </a:p>
        </p:txBody>
      </p:sp>
      <p:sp>
        <p:nvSpPr>
          <p:cNvPr id="3" name="">
            <a:extLst xmlns:a="http://schemas.openxmlformats.org/drawingml/2006/main">
              <a:ext uri="{FF2B5EF4-FFF2-40B4-BE49-F238E27FC236}">
                <a16:creationId xmlns:a16="http://schemas.microsoft.com/office/drawing/2014/main" id="{9CA42773-5796-4E95-B3DE-3FE7186A0CE0}"/>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Первый собственный результат без написания программы.</a:t>
            </a:r>
          </a:p>
        </p:txBody>
      </p:sp>
      <p:sp>
        <p:nvSpPr>
          <p:cNvPr id="4" name="">
            <a:extLst xmlns:a="http://schemas.openxmlformats.org/drawingml/2006/main">
              <a:ext uri="{FF2B5EF4-FFF2-40B4-BE49-F238E27FC236}">
                <a16:creationId xmlns:a16="http://schemas.microsoft.com/office/drawing/2014/main" id="{9503AE9B-C955-45BC-9888-FEBFB98B2831}"/>
              </a:ext>
            </a:extLst>
          </p:cNvPr>
          <p:cNvSpPr>
            <a:spLocks xmlns:a="http://schemas.openxmlformats.org/drawingml/2006/main" noGrp="1"/>
          </p:cNvSpPr>
          <p:nvPr/>
        </p:nvSpPr>
        <p:spPr>
          <a:xfrm xmlns:a="http://schemas.openxmlformats.org/drawingml/2006/main">
            <a:off x="90487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5" name="">
            <a:extLst xmlns:a="http://schemas.openxmlformats.org/drawingml/2006/main">
              <a:ext uri="{FF2B5EF4-FFF2-40B4-BE49-F238E27FC236}">
                <a16:creationId xmlns:a16="http://schemas.microsoft.com/office/drawing/2014/main" id="{33763F21-8464-47CC-8266-57E959B7BE68}"/>
              </a:ext>
            </a:extLst>
          </p:cNvPr>
          <p:cNvSpPr>
            <a:spLocks xmlns:a="http://schemas.openxmlformats.org/drawingml/2006/main" noGrp="1"/>
          </p:cNvSpPr>
          <p:nvPr/>
        </p:nvSpPr>
        <p:spPr>
          <a:xfrm xmlns:a="http://schemas.openxmlformats.org/drawingml/2006/main">
            <a:off x="111442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policies.json</a:t>
            </a:r>
          </a:p>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мои правила</a:t>
            </a:r>
          </a:p>
        </p:txBody>
      </p:sp>
      <p:sp>
        <p:nvSpPr>
          <p:cNvPr id="6" name="">
            <a:extLst xmlns:a="http://schemas.openxmlformats.org/drawingml/2006/main">
              <a:ext uri="{FF2B5EF4-FFF2-40B4-BE49-F238E27FC236}">
                <a16:creationId xmlns:a16="http://schemas.microsoft.com/office/drawing/2014/main" id="{234E36FA-C5D0-4546-B02B-41D756FDA673}"/>
              </a:ext>
            </a:extLst>
          </p:cNvPr>
          <p:cNvSpPr>
            <a:spLocks xmlns:a="http://schemas.openxmlformats.org/drawingml/2006/main" noGrp="1"/>
          </p:cNvSpPr>
          <p:nvPr/>
        </p:nvSpPr>
        <p:spPr>
          <a:xfrm xmlns:a="http://schemas.openxmlformats.org/drawingml/2006/main">
            <a:off x="133350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7" name="">
            <a:extLst xmlns:a="http://schemas.openxmlformats.org/drawingml/2006/main">
              <a:ext uri="{FF2B5EF4-FFF2-40B4-BE49-F238E27FC236}">
                <a16:creationId xmlns:a16="http://schemas.microsoft.com/office/drawing/2014/main" id="{016B03B4-1912-44E0-8569-B87A2F3EAB1D}"/>
              </a:ext>
            </a:extLst>
          </p:cNvPr>
          <p:cNvSpPr>
            <a:spLocks xmlns:a="http://schemas.openxmlformats.org/drawingml/2006/main" noGrp="1"/>
          </p:cNvSpPr>
          <p:nvPr/>
        </p:nvSpPr>
        <p:spPr>
          <a:xfrm xmlns:a="http://schemas.openxmlformats.org/drawingml/2006/main">
            <a:off x="133350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8" name="">
            <a:extLst xmlns:a="http://schemas.openxmlformats.org/drawingml/2006/main">
              <a:ext uri="{FF2B5EF4-FFF2-40B4-BE49-F238E27FC236}">
                <a16:creationId xmlns:a16="http://schemas.microsoft.com/office/drawing/2014/main" id="{6B551588-C5C3-4B31-921D-70F117B34EDE}"/>
              </a:ext>
            </a:extLst>
          </p:cNvPr>
          <p:cNvSpPr>
            <a:spLocks xmlns:a="http://schemas.openxmlformats.org/drawingml/2006/main" noGrp="1"/>
          </p:cNvSpPr>
          <p:nvPr/>
        </p:nvSpPr>
        <p:spPr>
          <a:xfrm xmlns:a="http://schemas.openxmlformats.org/drawingml/2006/main">
            <a:off x="133350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9" name="">
            <a:extLst xmlns:a="http://schemas.openxmlformats.org/drawingml/2006/main">
              <a:ext uri="{FF2B5EF4-FFF2-40B4-BE49-F238E27FC236}">
                <a16:creationId xmlns:a16="http://schemas.microsoft.com/office/drawing/2014/main" id="{62DA6E6F-4673-4832-AFED-CB3EA8CA5EBB}"/>
              </a:ext>
            </a:extLst>
          </p:cNvPr>
          <p:cNvSpPr>
            <a:spLocks xmlns:a="http://schemas.openxmlformats.org/drawingml/2006/main" noGrp="1"/>
          </p:cNvSpPr>
          <p:nvPr/>
        </p:nvSpPr>
        <p:spPr>
          <a:xfrm xmlns:a="http://schemas.openxmlformats.org/drawingml/2006/main">
            <a:off x="461962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10" name="">
            <a:extLst xmlns:a="http://schemas.openxmlformats.org/drawingml/2006/main">
              <a:ext uri="{FF2B5EF4-FFF2-40B4-BE49-F238E27FC236}">
                <a16:creationId xmlns:a16="http://schemas.microsoft.com/office/drawing/2014/main" id="{7A545968-875C-4FD2-8BF9-466B47F1A7EE}"/>
              </a:ext>
            </a:extLst>
          </p:cNvPr>
          <p:cNvSpPr>
            <a:spLocks xmlns:a="http://schemas.openxmlformats.org/drawingml/2006/main" noGrp="1"/>
          </p:cNvSpPr>
          <p:nvPr/>
        </p:nvSpPr>
        <p:spPr>
          <a:xfrm xmlns:a="http://schemas.openxmlformats.org/drawingml/2006/main">
            <a:off x="482917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task.json</a:t>
            </a:r>
          </a:p>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мой вопрос</a:t>
            </a:r>
          </a:p>
        </p:txBody>
      </p:sp>
      <p:sp>
        <p:nvSpPr>
          <p:cNvPr id="11" name="">
            <a:extLst xmlns:a="http://schemas.openxmlformats.org/drawingml/2006/main">
              <a:ext uri="{FF2B5EF4-FFF2-40B4-BE49-F238E27FC236}">
                <a16:creationId xmlns:a16="http://schemas.microsoft.com/office/drawing/2014/main" id="{BDD58804-7977-46E4-95FB-8A349E607727}"/>
              </a:ext>
            </a:extLst>
          </p:cNvPr>
          <p:cNvSpPr>
            <a:spLocks xmlns:a="http://schemas.openxmlformats.org/drawingml/2006/main" noGrp="1"/>
          </p:cNvSpPr>
          <p:nvPr/>
        </p:nvSpPr>
        <p:spPr>
          <a:xfrm xmlns:a="http://schemas.openxmlformats.org/drawingml/2006/main">
            <a:off x="504825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2" name="">
            <a:extLst xmlns:a="http://schemas.openxmlformats.org/drawingml/2006/main">
              <a:ext uri="{FF2B5EF4-FFF2-40B4-BE49-F238E27FC236}">
                <a16:creationId xmlns:a16="http://schemas.microsoft.com/office/drawing/2014/main" id="{E55D236C-E7F3-4064-9D28-D9B13FE5C131}"/>
              </a:ext>
            </a:extLst>
          </p:cNvPr>
          <p:cNvSpPr>
            <a:spLocks xmlns:a="http://schemas.openxmlformats.org/drawingml/2006/main" noGrp="1"/>
          </p:cNvSpPr>
          <p:nvPr/>
        </p:nvSpPr>
        <p:spPr>
          <a:xfrm xmlns:a="http://schemas.openxmlformats.org/drawingml/2006/main">
            <a:off x="504825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3" name="">
            <a:extLst xmlns:a="http://schemas.openxmlformats.org/drawingml/2006/main">
              <a:ext uri="{FF2B5EF4-FFF2-40B4-BE49-F238E27FC236}">
                <a16:creationId xmlns:a16="http://schemas.microsoft.com/office/drawing/2014/main" id="{BC9D2F1D-F993-421F-9E97-C981B069713D}"/>
              </a:ext>
            </a:extLst>
          </p:cNvPr>
          <p:cNvSpPr>
            <a:spLocks xmlns:a="http://schemas.openxmlformats.org/drawingml/2006/main" noGrp="1"/>
          </p:cNvSpPr>
          <p:nvPr/>
        </p:nvSpPr>
        <p:spPr>
          <a:xfrm xmlns:a="http://schemas.openxmlformats.org/drawingml/2006/main">
            <a:off x="504825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4" name="">
            <a:extLst xmlns:a="http://schemas.openxmlformats.org/drawingml/2006/main">
              <a:ext uri="{FF2B5EF4-FFF2-40B4-BE49-F238E27FC236}">
                <a16:creationId xmlns:a16="http://schemas.microsoft.com/office/drawing/2014/main" id="{6BF6D1E0-5C38-494F-83F0-520FB58D5CF7}"/>
              </a:ext>
            </a:extLst>
          </p:cNvPr>
          <p:cNvSpPr>
            <a:spLocks xmlns:a="http://schemas.openxmlformats.org/drawingml/2006/main" noGrp="1"/>
          </p:cNvSpPr>
          <p:nvPr/>
        </p:nvSpPr>
        <p:spPr>
          <a:xfrm xmlns:a="http://schemas.openxmlformats.org/drawingml/2006/main">
            <a:off x="8334375" y="257175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52686F"/>
            </a:solidFill>
            <a:prstDash val="solid"/>
          </a:ln>
        </p:spPr>
      </p:sp>
      <p:sp>
        <p:nvSpPr>
          <p:cNvPr id="15" name="">
            <a:extLst xmlns:a="http://schemas.openxmlformats.org/drawingml/2006/main">
              <a:ext uri="{FF2B5EF4-FFF2-40B4-BE49-F238E27FC236}">
                <a16:creationId xmlns:a16="http://schemas.microsoft.com/office/drawing/2014/main" id="{BC6419F6-7243-4CC2-9C2A-EC87E81BF521}"/>
              </a:ext>
            </a:extLst>
          </p:cNvPr>
          <p:cNvSpPr>
            <a:spLocks xmlns:a="http://schemas.openxmlformats.org/drawingml/2006/main" noGrp="1"/>
          </p:cNvSpPr>
          <p:nvPr/>
        </p:nvSpPr>
        <p:spPr>
          <a:xfrm xmlns:a="http://schemas.openxmlformats.org/drawingml/2006/main">
            <a:off x="8543925" y="2952750"/>
            <a:ext cx="25336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175" b="1">
                <a:solidFill>
                  <a:srgbClr val="172C33"/>
                </a:solidFill>
                <a:latin typeface="DejaVu Sans"/>
                <a:ea typeface="DejaVu Sans"/>
                <a:cs typeface="DejaVu Sans"/>
              </a:defRPr>
            </a:defPPr>
            <a:lvl1pPr algn="ctr">
              <a:defRPr sz="2175" b="1">
                <a:solidFill>
                  <a:srgbClr val="172C33"/>
                </a:solidFill>
                <a:latin typeface="DejaVu Sans"/>
                <a:ea typeface="DejaVu Sans"/>
                <a:cs typeface="DejaVu Sans"/>
              </a:defRPr>
            </a:lvl1pPr>
            <a:lvl2pPr algn="ctr">
              <a:defRPr sz="2175" b="1">
                <a:solidFill>
                  <a:srgbClr val="172C33"/>
                </a:solidFill>
                <a:latin typeface="DejaVu Sans"/>
                <a:ea typeface="DejaVu Sans"/>
                <a:cs typeface="DejaVu Sans"/>
              </a:defRPr>
            </a:lvl2pPr>
            <a:lvl3pPr algn="ctr">
              <a:defRPr sz="2175" b="1">
                <a:solidFill>
                  <a:srgbClr val="172C33"/>
                </a:solidFill>
                <a:latin typeface="DejaVu Sans"/>
                <a:ea typeface="DejaVu Sans"/>
                <a:cs typeface="DejaVu Sans"/>
              </a:defRPr>
            </a:lvl3pPr>
            <a:lvl4pPr algn="ctr">
              <a:defRPr sz="2175" b="1">
                <a:solidFill>
                  <a:srgbClr val="172C33"/>
                </a:solidFill>
                <a:latin typeface="DejaVu Sans"/>
                <a:ea typeface="DejaVu Sans"/>
                <a:cs typeface="DejaVu Sans"/>
              </a:defRPr>
            </a:lvl4pPr>
            <a:lvl5pPr algn="ctr">
              <a:defRPr sz="2175" b="1">
                <a:solidFill>
                  <a:srgbClr val="172C33"/>
                </a:solidFill>
                <a:latin typeface="DejaVu Sans"/>
                <a:ea typeface="DejaVu Sans"/>
                <a:cs typeface="DejaVu Sans"/>
              </a:defRPr>
            </a:lvl5pPr>
            <a:lvl6pPr algn="ctr">
              <a:defRPr sz="2175" b="1">
                <a:solidFill>
                  <a:srgbClr val="172C33"/>
                </a:solidFill>
                <a:latin typeface="DejaVu Sans"/>
                <a:ea typeface="DejaVu Sans"/>
                <a:cs typeface="DejaVu Sans"/>
              </a:defRPr>
            </a:lvl6pPr>
            <a:lvl7pPr algn="ctr">
              <a:defRPr sz="2175" b="1">
                <a:solidFill>
                  <a:srgbClr val="172C33"/>
                </a:solidFill>
                <a:latin typeface="DejaVu Sans"/>
                <a:ea typeface="DejaVu Sans"/>
                <a:cs typeface="DejaVu Sans"/>
              </a:defRPr>
            </a:lvl7pPr>
            <a:lvl8pPr algn="ctr">
              <a:defRPr sz="2175" b="1">
                <a:solidFill>
                  <a:srgbClr val="172C33"/>
                </a:solidFill>
                <a:latin typeface="DejaVu Sans"/>
                <a:ea typeface="DejaVu Sans"/>
                <a:cs typeface="DejaVu Sans"/>
              </a:defRPr>
            </a:lvl8pPr>
            <a:lvl9pPr algn="ctr">
              <a:defRPr sz="2175" b="1">
                <a:solidFill>
                  <a:srgbClr val="172C33"/>
                </a:solidFill>
                <a:latin typeface="DejaVu Sans"/>
                <a:ea typeface="DejaVu Sans"/>
                <a:cs typeface="DejaVu Sans"/>
              </a:defRPr>
            </a:lvl9pPr>
          </a:lstStyle>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result.json</a:t>
            </a:r>
          </a:p>
          <a:p xmlns:a="http://schemas.openxmlformats.org/drawingml/2006/main">
            <a:pPr algn="ctr">
              <a:defRPr sz="2175" b="1">
                <a:solidFill>
                  <a:srgbClr val="172C33"/>
                </a:solidFill>
                <a:latin typeface="DejaVu Sans"/>
                <a:ea typeface="DejaVu Sans"/>
                <a:cs typeface="DejaVu Sans"/>
              </a:defRPr>
            </a:pPr>
            <a:r>
              <a:rPr sz="2175" b="1">
                <a:solidFill>
                  <a:srgbClr val="172C33"/>
                </a:solidFill>
                <a:latin typeface="DejaVu Sans"/>
                <a:ea typeface="DejaVu Sans"/>
                <a:cs typeface="DejaVu Sans"/>
              </a:rPr>
              <a:t>этот запуск</a:t>
            </a:r>
          </a:p>
        </p:txBody>
      </p:sp>
      <p:sp>
        <p:nvSpPr>
          <p:cNvPr id="16" name="">
            <a:extLst xmlns:a="http://schemas.openxmlformats.org/drawingml/2006/main">
              <a:ext uri="{FF2B5EF4-FFF2-40B4-BE49-F238E27FC236}">
                <a16:creationId xmlns:a16="http://schemas.microsoft.com/office/drawing/2014/main" id="{8D038A84-83B7-424A-9C6C-2C7CA91E0115}"/>
              </a:ext>
            </a:extLst>
          </p:cNvPr>
          <p:cNvSpPr>
            <a:spLocks xmlns:a="http://schemas.openxmlformats.org/drawingml/2006/main" noGrp="1"/>
          </p:cNvSpPr>
          <p:nvPr/>
        </p:nvSpPr>
        <p:spPr>
          <a:xfrm xmlns:a="http://schemas.openxmlformats.org/drawingml/2006/main">
            <a:off x="8763000" y="43338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7" name="">
            <a:extLst xmlns:a="http://schemas.openxmlformats.org/drawingml/2006/main">
              <a:ext uri="{FF2B5EF4-FFF2-40B4-BE49-F238E27FC236}">
                <a16:creationId xmlns:a16="http://schemas.microsoft.com/office/drawing/2014/main" id="{10106FA8-0622-457B-AD4E-9C300AA55F46}"/>
              </a:ext>
            </a:extLst>
          </p:cNvPr>
          <p:cNvSpPr>
            <a:spLocks xmlns:a="http://schemas.openxmlformats.org/drawingml/2006/main" noGrp="1"/>
          </p:cNvSpPr>
          <p:nvPr/>
        </p:nvSpPr>
        <p:spPr>
          <a:xfrm xmlns:a="http://schemas.openxmlformats.org/drawingml/2006/main">
            <a:off x="8763000" y="454342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8" name="">
            <a:extLst xmlns:a="http://schemas.openxmlformats.org/drawingml/2006/main">
              <a:ext uri="{FF2B5EF4-FFF2-40B4-BE49-F238E27FC236}">
                <a16:creationId xmlns:a16="http://schemas.microsoft.com/office/drawing/2014/main" id="{11AE8995-F680-4424-BE02-7C694FD26DC5}"/>
              </a:ext>
            </a:extLst>
          </p:cNvPr>
          <p:cNvSpPr>
            <a:spLocks xmlns:a="http://schemas.openxmlformats.org/drawingml/2006/main" noGrp="1"/>
          </p:cNvSpPr>
          <p:nvPr/>
        </p:nvSpPr>
        <p:spPr>
          <a:xfrm xmlns:a="http://schemas.openxmlformats.org/drawingml/2006/main">
            <a:off x="8763000" y="4752975"/>
            <a:ext cx="2095500" cy="0"/>
          </a:xfrm>
          <a:prstGeom xmlns:a="http://schemas.openxmlformats.org/drawingml/2006/main" prst="line">
            <a:avLst/>
          </a:prstGeom>
          <a:noFill xmlns:a="http://schemas.openxmlformats.org/drawingml/2006/main"/>
          <a:ln xmlns:a="http://schemas.openxmlformats.org/drawingml/2006/main" w="28575">
            <a:solidFill>
              <a:srgbClr val="B4C6C6"/>
            </a:solidFill>
            <a:prstDash val="solid"/>
          </a:ln>
        </p:spPr>
      </p:sp>
      <p:sp>
        <p:nvSpPr>
          <p:cNvPr id="19" name="">
            <a:extLst xmlns:a="http://schemas.openxmlformats.org/drawingml/2006/main">
              <a:ext uri="{FF2B5EF4-FFF2-40B4-BE49-F238E27FC236}">
                <a16:creationId xmlns:a16="http://schemas.microsoft.com/office/drawing/2014/main" id="{DCE41DBF-AE29-47F6-9262-D09E75D248CC}"/>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20" name="">
            <a:extLst xmlns:a="http://schemas.openxmlformats.org/drawingml/2006/main">
              <a:ext uri="{FF2B5EF4-FFF2-40B4-BE49-F238E27FC236}">
                <a16:creationId xmlns:a16="http://schemas.microsoft.com/office/drawing/2014/main" id="{4DF11A1B-A73A-42BD-B554-B17AA3414930}"/>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Меняется содержание памятки, а программа поиска остаётся прежней.</a:t>
            </a:r>
          </a:p>
        </p:txBody>
      </p:sp>
      <p:sp>
        <p:nvSpPr>
          <p:cNvPr id="21" name="">
            <a:extLst xmlns:a="http://schemas.openxmlformats.org/drawingml/2006/main">
              <a:ext uri="{FF2B5EF4-FFF2-40B4-BE49-F238E27FC236}">
                <a16:creationId xmlns:a16="http://schemas.microsoft.com/office/drawing/2014/main" id="{57227A9C-7FFE-4062-82C4-8CFEBB62D74D}"/>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27 / 32</a:t>
            </a:r>
          </a:p>
        </p:txBody>
      </p:sp>
    </p:spTree>
    <p:extLst>
      <p:ext uri="{BB962C8B-B14F-4D97-AF65-F5344CB8AC3E}">
        <p14:creationId xmlns:p14="http://schemas.microsoft.com/office/powerpoint/2010/main" val="2045193283"/>
      </p:ext>
    </p:extLst>
  </p:cSld>
</p:sld>
</file>

<file path=ppt/slides/slide2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D8531C1-2702-468C-AFE2-1DC7604F9B9D}"/>
              </a:ext>
            </a:extLst>
          </p:cNvPr>
          <p:cNvCxnSpPr>
            <a:stCxn xmlns:a="http://schemas.openxmlformats.org/drawingml/2006/main" id="6" idx="3"/>
            <a:endCxn xmlns:a="http://schemas.openxmlformats.org/drawingml/2006/main" id="7" idx="1"/>
          </p:cNvCxnSpPr>
          <p:nvPr/>
        </p:nvCxnSpPr>
        <p:spPr>
          <a:xfrm xmlns:a="http://schemas.openxmlformats.org/drawingml/2006/main">
            <a:off x="865822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8298F67-0477-4AE4-A0EA-1CF4A6C5B1A1}"/>
              </a:ext>
            </a:extLst>
          </p:cNvPr>
          <p:cNvCxnSpPr>
            <a:stCxn xmlns:a="http://schemas.openxmlformats.org/drawingml/2006/main" id="5" idx="3"/>
            <a:endCxn xmlns:a="http://schemas.openxmlformats.org/drawingml/2006/main" id="6" idx="1"/>
          </p:cNvCxnSpPr>
          <p:nvPr/>
        </p:nvCxnSpPr>
        <p:spPr>
          <a:xfrm xmlns:a="http://schemas.openxmlformats.org/drawingml/2006/main">
            <a:off x="5886450"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2B41BB8-57FC-4136-B0AE-1A8F993CB5CF}"/>
              </a:ext>
            </a:extLst>
          </p:cNvPr>
          <p:cNvCxnSpPr>
            <a:stCxn xmlns:a="http://schemas.openxmlformats.org/drawingml/2006/main" id="4" idx="3"/>
            <a:endCxn xmlns:a="http://schemas.openxmlformats.org/drawingml/2006/main" id="5" idx="1"/>
          </p:cNvCxnSpPr>
          <p:nvPr/>
        </p:nvCxnSpPr>
        <p:spPr>
          <a:xfrm xmlns:a="http://schemas.openxmlformats.org/drawingml/2006/main">
            <a:off x="3114675" y="3667125"/>
            <a:ext cx="4191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4" name="">
            <a:extLst xmlns:a="http://schemas.openxmlformats.org/drawingml/2006/main">
              <a:ext uri="{FF2B5EF4-FFF2-40B4-BE49-F238E27FC236}">
                <a16:creationId xmlns:a16="http://schemas.microsoft.com/office/drawing/2014/main" id="{A25F9134-F989-4D1C-9E19-1ACFC20E7D84}"/>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CF0A4EED-A115-4E66-839E-C1FD81E65AEF}"/>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Разобранный пример: командировка</a:t>
            </a:r>
          </a:p>
        </p:txBody>
      </p:sp>
      <p:sp>
        <p:nvSpPr>
          <p:cNvPr id="3" name="">
            <a:extLst xmlns:a="http://schemas.openxmlformats.org/drawingml/2006/main">
              <a:ext uri="{FF2B5EF4-FFF2-40B4-BE49-F238E27FC236}">
                <a16:creationId xmlns:a16="http://schemas.microsoft.com/office/drawing/2014/main" id="{C17760C7-AF59-4A65-A66A-0C0BC9694D96}"/>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Ключ «командиров» подходит к началу слова «командировку».</a:t>
            </a:r>
          </a:p>
        </p:txBody>
      </p:sp>
      <p:sp>
        <p:nvSpPr>
          <p:cNvPr id="4" name="">
            <a:extLst xmlns:a="http://schemas.openxmlformats.org/drawingml/2006/main">
              <a:ext uri="{FF2B5EF4-FFF2-40B4-BE49-F238E27FC236}">
                <a16:creationId xmlns:a16="http://schemas.microsoft.com/office/drawing/2014/main" id="{F1810DCC-6B91-4D87-BFAD-93C4A70C58EC}"/>
              </a:ext>
            </a:extLst>
          </p:cNvPr>
          <p:cNvSpPr>
            <a:spLocks xmlns:a="http://schemas.openxmlformats.org/drawingml/2006/main" noGrp="1"/>
          </p:cNvSpPr>
          <p:nvPr/>
        </p:nvSpPr>
        <p:spPr>
          <a:xfrm xmlns:a="http://schemas.openxmlformats.org/drawingml/2006/main">
            <a:off x="76200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Правило TR-01</a:t>
            </a:r>
          </a:p>
        </p:txBody>
      </p:sp>
      <p:sp>
        <p:nvSpPr>
          <p:cNvPr id="5" name="">
            <a:extLst xmlns:a="http://schemas.openxmlformats.org/drawingml/2006/main">
              <a:ext uri="{FF2B5EF4-FFF2-40B4-BE49-F238E27FC236}">
                <a16:creationId xmlns:a16="http://schemas.microsoft.com/office/drawing/2014/main" id="{BF590EE8-D2A1-4207-BAFF-5646C666A2B3}"/>
              </a:ext>
            </a:extLst>
          </p:cNvPr>
          <p:cNvSpPr>
            <a:spLocks xmlns:a="http://schemas.openxmlformats.org/drawingml/2006/main" noGrp="1"/>
          </p:cNvSpPr>
          <p:nvPr/>
        </p:nvSpPr>
        <p:spPr>
          <a:xfrm xmlns:a="http://schemas.openxmlformats.org/drawingml/2006/main">
            <a:off x="3533775"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Ключ: командиров</a:t>
            </a:r>
          </a:p>
        </p:txBody>
      </p:sp>
      <p:sp>
        <p:nvSpPr>
          <p:cNvPr id="6" name="">
            <a:extLst xmlns:a="http://schemas.openxmlformats.org/drawingml/2006/main">
              <a:ext uri="{FF2B5EF4-FFF2-40B4-BE49-F238E27FC236}">
                <a16:creationId xmlns:a16="http://schemas.microsoft.com/office/drawing/2014/main" id="{C328B589-0F78-4997-AD33-6C03216DD4D9}"/>
              </a:ext>
            </a:extLst>
          </p:cNvPr>
          <p:cNvSpPr>
            <a:spLocks xmlns:a="http://schemas.openxmlformats.org/drawingml/2006/main" noGrp="1"/>
          </p:cNvSpPr>
          <p:nvPr/>
        </p:nvSpPr>
        <p:spPr>
          <a:xfrm xmlns:a="http://schemas.openxmlformats.org/drawingml/2006/main">
            <a:off x="6305550" y="2952750"/>
            <a:ext cx="2352675" cy="1428750"/>
          </a:xfrm>
          <a:prstGeom xmlns:a="http://schemas.openxmlformats.org/drawingml/2006/main" prst="roundRect">
            <a:avLst>
              <a:gd name="adj" fmla="val 5333"/>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Оформить</a:t>
            </a:r>
          </a:p>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командировку</a:t>
            </a:r>
          </a:p>
        </p:txBody>
      </p:sp>
      <p:sp>
        <p:nvSpPr>
          <p:cNvPr id="7" name="">
            <a:extLst xmlns:a="http://schemas.openxmlformats.org/drawingml/2006/main">
              <a:ext uri="{FF2B5EF4-FFF2-40B4-BE49-F238E27FC236}">
                <a16:creationId xmlns:a16="http://schemas.microsoft.com/office/drawing/2014/main" id="{46807FC1-7954-4C7E-8A23-506448D53B43}"/>
              </a:ext>
            </a:extLst>
          </p:cNvPr>
          <p:cNvSpPr>
            <a:spLocks xmlns:a="http://schemas.openxmlformats.org/drawingml/2006/main" noGrp="1"/>
          </p:cNvSpPr>
          <p:nvPr/>
        </p:nvSpPr>
        <p:spPr>
          <a:xfrm xmlns:a="http://schemas.openxmlformats.org/drawingml/2006/main">
            <a:off x="9077325" y="2952750"/>
            <a:ext cx="2352675" cy="1428750"/>
          </a:xfrm>
          <a:prstGeom xmlns:a="http://schemas.openxmlformats.org/drawingml/2006/main" prst="roundRect">
            <a:avLst>
              <a:gd name="adj" fmla="val 5333"/>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1800" b="1">
                <a:solidFill>
                  <a:srgbClr val="172C33"/>
                </a:solidFill>
                <a:latin typeface="DejaVu Sans"/>
                <a:ea typeface="DejaVu Sans"/>
                <a:cs typeface="DejaVu Sans"/>
              </a:defRPr>
            </a:defPPr>
            <a:lvl1pPr algn="ctr">
              <a:defRPr sz="1800" b="1">
                <a:solidFill>
                  <a:srgbClr val="172C33"/>
                </a:solidFill>
                <a:latin typeface="DejaVu Sans"/>
                <a:ea typeface="DejaVu Sans"/>
                <a:cs typeface="DejaVu Sans"/>
              </a:defRPr>
            </a:lvl1pPr>
            <a:lvl2pPr algn="ctr">
              <a:defRPr sz="1800" b="1">
                <a:solidFill>
                  <a:srgbClr val="172C33"/>
                </a:solidFill>
                <a:latin typeface="DejaVu Sans"/>
                <a:ea typeface="DejaVu Sans"/>
                <a:cs typeface="DejaVu Sans"/>
              </a:defRPr>
            </a:lvl2pPr>
            <a:lvl3pPr algn="ctr">
              <a:defRPr sz="1800" b="1">
                <a:solidFill>
                  <a:srgbClr val="172C33"/>
                </a:solidFill>
                <a:latin typeface="DejaVu Sans"/>
                <a:ea typeface="DejaVu Sans"/>
                <a:cs typeface="DejaVu Sans"/>
              </a:defRPr>
            </a:lvl3pPr>
            <a:lvl4pPr algn="ctr">
              <a:defRPr sz="1800" b="1">
                <a:solidFill>
                  <a:srgbClr val="172C33"/>
                </a:solidFill>
                <a:latin typeface="DejaVu Sans"/>
                <a:ea typeface="DejaVu Sans"/>
                <a:cs typeface="DejaVu Sans"/>
              </a:defRPr>
            </a:lvl4pPr>
            <a:lvl5pPr algn="ctr">
              <a:defRPr sz="1800" b="1">
                <a:solidFill>
                  <a:srgbClr val="172C33"/>
                </a:solidFill>
                <a:latin typeface="DejaVu Sans"/>
                <a:ea typeface="DejaVu Sans"/>
                <a:cs typeface="DejaVu Sans"/>
              </a:defRPr>
            </a:lvl5pPr>
            <a:lvl6pPr algn="ctr">
              <a:defRPr sz="1800" b="1">
                <a:solidFill>
                  <a:srgbClr val="172C33"/>
                </a:solidFill>
                <a:latin typeface="DejaVu Sans"/>
                <a:ea typeface="DejaVu Sans"/>
                <a:cs typeface="DejaVu Sans"/>
              </a:defRPr>
            </a:lvl6pPr>
            <a:lvl7pPr algn="ctr">
              <a:defRPr sz="1800" b="1">
                <a:solidFill>
                  <a:srgbClr val="172C33"/>
                </a:solidFill>
                <a:latin typeface="DejaVu Sans"/>
                <a:ea typeface="DejaVu Sans"/>
                <a:cs typeface="DejaVu Sans"/>
              </a:defRPr>
            </a:lvl7pPr>
            <a:lvl8pPr algn="ctr">
              <a:defRPr sz="1800" b="1">
                <a:solidFill>
                  <a:srgbClr val="172C33"/>
                </a:solidFill>
                <a:latin typeface="DejaVu Sans"/>
                <a:ea typeface="DejaVu Sans"/>
                <a:cs typeface="DejaVu Sans"/>
              </a:defRPr>
            </a:lvl8pPr>
            <a:lvl9pPr algn="ctr">
              <a:defRPr sz="1800" b="1">
                <a:solidFill>
                  <a:srgbClr val="172C33"/>
                </a:solidFill>
                <a:latin typeface="DejaVu Sans"/>
                <a:ea typeface="DejaVu Sans"/>
                <a:cs typeface="DejaVu Sans"/>
              </a:defRPr>
            </a:lvl9pPr>
          </a:lstStyle>
          <a:p xmlns:a="http://schemas.openxmlformats.org/drawingml/2006/main">
            <a:pPr algn="ctr">
              <a:defRPr sz="1800" b="1">
                <a:solidFill>
                  <a:srgbClr val="172C33"/>
                </a:solidFill>
                <a:latin typeface="DejaVu Sans"/>
                <a:ea typeface="DejaVu Sans"/>
                <a:cs typeface="DejaVu Sans"/>
              </a:defRPr>
            </a:pPr>
            <a:r>
              <a:rPr sz="1800" b="1">
                <a:solidFill>
                  <a:srgbClr val="172C33"/>
                </a:solidFill>
                <a:latin typeface="DejaVu Sans"/>
                <a:ea typeface="DejaVu Sans"/>
                <a:cs typeface="DejaVu Sans"/>
              </a:rPr>
              <a:t>Черновик с TR-01</a:t>
            </a:r>
          </a:p>
        </p:txBody>
      </p:sp>
      <p:sp>
        <p:nvSpPr>
          <p:cNvPr id="11" name="">
            <a:extLst xmlns:a="http://schemas.openxmlformats.org/drawingml/2006/main">
              <a:ext uri="{FF2B5EF4-FFF2-40B4-BE49-F238E27FC236}">
                <a16:creationId xmlns:a16="http://schemas.microsoft.com/office/drawing/2014/main" id="{2A961DD7-2FA2-44E7-8E42-6C9C7B2AC457}"/>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2" name="">
            <a:extLst xmlns:a="http://schemas.openxmlformats.org/drawingml/2006/main">
              <a:ext uri="{FF2B5EF4-FFF2-40B4-BE49-F238E27FC236}">
                <a16:creationId xmlns:a16="http://schemas.microsoft.com/office/drawing/2014/main" id="{DDB1FEEB-1CA9-4A48-8813-FE7E722A392C}"/>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Вымышленное правило: указать цель, даты и согласование.</a:t>
            </a:r>
          </a:p>
        </p:txBody>
      </p:sp>
      <p:sp>
        <p:nvSpPr>
          <p:cNvPr id="13" name="">
            <a:extLst xmlns:a="http://schemas.openxmlformats.org/drawingml/2006/main">
              <a:ext uri="{FF2B5EF4-FFF2-40B4-BE49-F238E27FC236}">
                <a16:creationId xmlns:a16="http://schemas.microsoft.com/office/drawing/2014/main" id="{F88DAD3C-7234-4353-8831-949156C59C8D}"/>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28 / 32</a:t>
            </a:r>
          </a:p>
        </p:txBody>
      </p:sp>
    </p:spTree>
    <p:extLst>
      <p:ext uri="{BB962C8B-B14F-4D97-AF65-F5344CB8AC3E}">
        <p14:creationId xmlns:p14="http://schemas.microsoft.com/office/powerpoint/2010/main" val="1966996203"/>
      </p:ext>
    </p:extLst>
  </p:cSld>
</p:sld>
</file>

<file path=ppt/slides/slide2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65A17D-0CCB-4856-8193-491AA554135A}"/>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408B02DE-006A-4052-A1A7-0D648999C5A9}"/>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Самостоятельный пример: переговорная</a:t>
            </a:r>
          </a:p>
        </p:txBody>
      </p:sp>
      <p:sp>
        <p:nvSpPr>
          <p:cNvPr id="3" name="">
            <a:extLst xmlns:a="http://schemas.openxmlformats.org/drawingml/2006/main">
              <a:ext uri="{FF2B5EF4-FFF2-40B4-BE49-F238E27FC236}">
                <a16:creationId xmlns:a16="http://schemas.microsoft.com/office/drawing/2014/main" id="{0ADC3933-3BDD-42F5-BC13-A55B06E41583}"/>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Заполните недостающие элементы своими словами.</a:t>
            </a:r>
          </a:p>
        </p:txBody>
      </p:sp>
      <p:sp>
        <p:nvSpPr>
          <p:cNvPr id="4" name="">
            <a:extLst xmlns:a="http://schemas.openxmlformats.org/drawingml/2006/main">
              <a:ext uri="{FF2B5EF4-FFF2-40B4-BE49-F238E27FC236}">
                <a16:creationId xmlns:a16="http://schemas.microsoft.com/office/drawing/2014/main" id="{3F3B1504-3DC4-4B20-B9E1-BB6D0CEC9308}"/>
              </a:ext>
            </a:extLst>
          </p:cNvPr>
          <p:cNvSpPr>
            <a:spLocks xmlns:a="http://schemas.openxmlformats.org/drawingml/2006/main" noGrp="1"/>
          </p:cNvSpPr>
          <p:nvPr/>
        </p:nvSpPr>
        <p:spPr>
          <a:xfrm xmlns:a="http://schemas.openxmlformats.org/drawingml/2006/main">
            <a:off x="1047750" y="2571750"/>
            <a:ext cx="971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625" b="1">
                <a:solidFill>
                  <a:srgbClr val="172C33"/>
                </a:solidFill>
                <a:latin typeface="DejaVu Sans"/>
                <a:ea typeface="DejaVu Sans"/>
                <a:cs typeface="DejaVu Sans"/>
              </a:defRPr>
            </a:defPPr>
            <a:lvl1pPr algn="l">
              <a:defRPr sz="2625" b="1">
                <a:solidFill>
                  <a:srgbClr val="172C33"/>
                </a:solidFill>
                <a:latin typeface="DejaVu Sans"/>
                <a:ea typeface="DejaVu Sans"/>
                <a:cs typeface="DejaVu Sans"/>
              </a:defRPr>
            </a:lvl1pPr>
            <a:lvl2pPr algn="l">
              <a:defRPr sz="2625" b="1">
                <a:solidFill>
                  <a:srgbClr val="172C33"/>
                </a:solidFill>
                <a:latin typeface="DejaVu Sans"/>
                <a:ea typeface="DejaVu Sans"/>
                <a:cs typeface="DejaVu Sans"/>
              </a:defRPr>
            </a:lvl2pPr>
            <a:lvl3pPr algn="l">
              <a:defRPr sz="2625" b="1">
                <a:solidFill>
                  <a:srgbClr val="172C33"/>
                </a:solidFill>
                <a:latin typeface="DejaVu Sans"/>
                <a:ea typeface="DejaVu Sans"/>
                <a:cs typeface="DejaVu Sans"/>
              </a:defRPr>
            </a:lvl3pPr>
            <a:lvl4pPr algn="l">
              <a:defRPr sz="2625" b="1">
                <a:solidFill>
                  <a:srgbClr val="172C33"/>
                </a:solidFill>
                <a:latin typeface="DejaVu Sans"/>
                <a:ea typeface="DejaVu Sans"/>
                <a:cs typeface="DejaVu Sans"/>
              </a:defRPr>
            </a:lvl4pPr>
            <a:lvl5pPr algn="l">
              <a:defRPr sz="2625" b="1">
                <a:solidFill>
                  <a:srgbClr val="172C33"/>
                </a:solidFill>
                <a:latin typeface="DejaVu Sans"/>
                <a:ea typeface="DejaVu Sans"/>
                <a:cs typeface="DejaVu Sans"/>
              </a:defRPr>
            </a:lvl5pPr>
            <a:lvl6pPr algn="l">
              <a:defRPr sz="2625" b="1">
                <a:solidFill>
                  <a:srgbClr val="172C33"/>
                </a:solidFill>
                <a:latin typeface="DejaVu Sans"/>
                <a:ea typeface="DejaVu Sans"/>
                <a:cs typeface="DejaVu Sans"/>
              </a:defRPr>
            </a:lvl6pPr>
            <a:lvl7pPr algn="l">
              <a:defRPr sz="2625" b="1">
                <a:solidFill>
                  <a:srgbClr val="172C33"/>
                </a:solidFill>
                <a:latin typeface="DejaVu Sans"/>
                <a:ea typeface="DejaVu Sans"/>
                <a:cs typeface="DejaVu Sans"/>
              </a:defRPr>
            </a:lvl7pPr>
            <a:lvl8pPr algn="l">
              <a:defRPr sz="2625" b="1">
                <a:solidFill>
                  <a:srgbClr val="172C33"/>
                </a:solidFill>
                <a:latin typeface="DejaVu Sans"/>
                <a:ea typeface="DejaVu Sans"/>
                <a:cs typeface="DejaVu Sans"/>
              </a:defRPr>
            </a:lvl8pPr>
            <a:lvl9pPr algn="l">
              <a:defRPr sz="2625" b="1">
                <a:solidFill>
                  <a:srgbClr val="172C33"/>
                </a:solidFill>
                <a:latin typeface="DejaVu Sans"/>
                <a:ea typeface="DejaVu Sans"/>
                <a:cs typeface="DejaVu Sans"/>
              </a:defRPr>
            </a:lvl9pPr>
          </a:lstStyle>
          <a:p xmlns:a="http://schemas.openxmlformats.org/drawingml/2006/main">
            <a:pPr algn="l">
              <a:defRPr sz="2625" b="1">
                <a:solidFill>
                  <a:srgbClr val="172C33"/>
                </a:solidFill>
                <a:latin typeface="DejaVu Sans"/>
                <a:ea typeface="DejaVu Sans"/>
                <a:cs typeface="DejaVu Sans"/>
              </a:defRPr>
            </a:pPr>
            <a:r>
              <a:rPr sz="2625" b="1">
                <a:solidFill>
                  <a:srgbClr val="172C33"/>
                </a:solidFill>
                <a:latin typeface="DejaVu Sans"/>
                <a:ea typeface="DejaVu Sans"/>
                <a:cs typeface="DejaVu Sans"/>
              </a:rPr>
              <a:t>Название: Переговорная</a:t>
            </a:r>
          </a:p>
        </p:txBody>
      </p:sp>
      <p:sp>
        <p:nvSpPr>
          <p:cNvPr id="5" name="">
            <a:extLst xmlns:a="http://schemas.openxmlformats.org/drawingml/2006/main">
              <a:ext uri="{FF2B5EF4-FFF2-40B4-BE49-F238E27FC236}">
                <a16:creationId xmlns:a16="http://schemas.microsoft.com/office/drawing/2014/main" id="{E0FEB930-7747-48BC-85DE-30ADB08899D4}"/>
              </a:ext>
            </a:extLst>
          </p:cNvPr>
          <p:cNvSpPr>
            <a:spLocks xmlns:a="http://schemas.openxmlformats.org/drawingml/2006/main" noGrp="1"/>
          </p:cNvSpPr>
          <p:nvPr/>
        </p:nvSpPr>
        <p:spPr>
          <a:xfrm xmlns:a="http://schemas.openxmlformats.org/drawingml/2006/main">
            <a:off x="1047750" y="3381375"/>
            <a:ext cx="971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625" b="1">
                <a:solidFill>
                  <a:srgbClr val="172C33"/>
                </a:solidFill>
                <a:latin typeface="DejaVu Sans"/>
                <a:ea typeface="DejaVu Sans"/>
                <a:cs typeface="DejaVu Sans"/>
              </a:defRPr>
            </a:defPPr>
            <a:lvl1pPr algn="l">
              <a:defRPr sz="2625" b="1">
                <a:solidFill>
                  <a:srgbClr val="172C33"/>
                </a:solidFill>
                <a:latin typeface="DejaVu Sans"/>
                <a:ea typeface="DejaVu Sans"/>
                <a:cs typeface="DejaVu Sans"/>
              </a:defRPr>
            </a:lvl1pPr>
            <a:lvl2pPr algn="l">
              <a:defRPr sz="2625" b="1">
                <a:solidFill>
                  <a:srgbClr val="172C33"/>
                </a:solidFill>
                <a:latin typeface="DejaVu Sans"/>
                <a:ea typeface="DejaVu Sans"/>
                <a:cs typeface="DejaVu Sans"/>
              </a:defRPr>
            </a:lvl2pPr>
            <a:lvl3pPr algn="l">
              <a:defRPr sz="2625" b="1">
                <a:solidFill>
                  <a:srgbClr val="172C33"/>
                </a:solidFill>
                <a:latin typeface="DejaVu Sans"/>
                <a:ea typeface="DejaVu Sans"/>
                <a:cs typeface="DejaVu Sans"/>
              </a:defRPr>
            </a:lvl3pPr>
            <a:lvl4pPr algn="l">
              <a:defRPr sz="2625" b="1">
                <a:solidFill>
                  <a:srgbClr val="172C33"/>
                </a:solidFill>
                <a:latin typeface="DejaVu Sans"/>
                <a:ea typeface="DejaVu Sans"/>
                <a:cs typeface="DejaVu Sans"/>
              </a:defRPr>
            </a:lvl4pPr>
            <a:lvl5pPr algn="l">
              <a:defRPr sz="2625" b="1">
                <a:solidFill>
                  <a:srgbClr val="172C33"/>
                </a:solidFill>
                <a:latin typeface="DejaVu Sans"/>
                <a:ea typeface="DejaVu Sans"/>
                <a:cs typeface="DejaVu Sans"/>
              </a:defRPr>
            </a:lvl5pPr>
            <a:lvl6pPr algn="l">
              <a:defRPr sz="2625" b="1">
                <a:solidFill>
                  <a:srgbClr val="172C33"/>
                </a:solidFill>
                <a:latin typeface="DejaVu Sans"/>
                <a:ea typeface="DejaVu Sans"/>
                <a:cs typeface="DejaVu Sans"/>
              </a:defRPr>
            </a:lvl6pPr>
            <a:lvl7pPr algn="l">
              <a:defRPr sz="2625" b="1">
                <a:solidFill>
                  <a:srgbClr val="172C33"/>
                </a:solidFill>
                <a:latin typeface="DejaVu Sans"/>
                <a:ea typeface="DejaVu Sans"/>
                <a:cs typeface="DejaVu Sans"/>
              </a:defRPr>
            </a:lvl7pPr>
            <a:lvl8pPr algn="l">
              <a:defRPr sz="2625" b="1">
                <a:solidFill>
                  <a:srgbClr val="172C33"/>
                </a:solidFill>
                <a:latin typeface="DejaVu Sans"/>
                <a:ea typeface="DejaVu Sans"/>
                <a:cs typeface="DejaVu Sans"/>
              </a:defRPr>
            </a:lvl8pPr>
            <a:lvl9pPr algn="l">
              <a:defRPr sz="2625" b="1">
                <a:solidFill>
                  <a:srgbClr val="172C33"/>
                </a:solidFill>
                <a:latin typeface="DejaVu Sans"/>
                <a:ea typeface="DejaVu Sans"/>
                <a:cs typeface="DejaVu Sans"/>
              </a:defRPr>
            </a:lvl9pPr>
          </a:lstStyle>
          <a:p xmlns:a="http://schemas.openxmlformats.org/drawingml/2006/main">
            <a:pPr algn="l">
              <a:defRPr sz="2625" b="1">
                <a:solidFill>
                  <a:srgbClr val="172C33"/>
                </a:solidFill>
                <a:latin typeface="DejaVu Sans"/>
                <a:ea typeface="DejaVu Sans"/>
                <a:cs typeface="DejaVu Sans"/>
              </a:defRPr>
            </a:pPr>
            <a:r>
              <a:rPr sz="2625" b="1">
                <a:solidFill>
                  <a:srgbClr val="172C33"/>
                </a:solidFill>
                <a:latin typeface="DejaVu Sans"/>
                <a:ea typeface="DejaVu Sans"/>
                <a:cs typeface="DejaVu Sans"/>
              </a:rPr>
              <a:t>Номер: MEET-01</a:t>
            </a:r>
          </a:p>
        </p:txBody>
      </p:sp>
      <p:sp>
        <p:nvSpPr>
          <p:cNvPr id="6" name="">
            <a:extLst xmlns:a="http://schemas.openxmlformats.org/drawingml/2006/main">
              <a:ext uri="{FF2B5EF4-FFF2-40B4-BE49-F238E27FC236}">
                <a16:creationId xmlns:a16="http://schemas.microsoft.com/office/drawing/2014/main" id="{78646CE5-459E-49DC-BFBB-3E9DC8F06DA9}"/>
              </a:ext>
            </a:extLst>
          </p:cNvPr>
          <p:cNvSpPr>
            <a:spLocks xmlns:a="http://schemas.openxmlformats.org/drawingml/2006/main" noGrp="1"/>
          </p:cNvSpPr>
          <p:nvPr/>
        </p:nvSpPr>
        <p:spPr>
          <a:xfrm xmlns:a="http://schemas.openxmlformats.org/drawingml/2006/main">
            <a:off x="1047750" y="428625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700" b="1">
                <a:solidFill>
                  <a:srgbClr val="6756A0"/>
                </a:solidFill>
                <a:latin typeface="DejaVu Sans"/>
                <a:ea typeface="DejaVu Sans"/>
                <a:cs typeface="DejaVu Sans"/>
              </a:defRPr>
            </a:defPPr>
            <a:lvl1pPr algn="l">
              <a:defRPr sz="2700" b="1">
                <a:solidFill>
                  <a:srgbClr val="6756A0"/>
                </a:solidFill>
                <a:latin typeface="DejaVu Sans"/>
                <a:ea typeface="DejaVu Sans"/>
                <a:cs typeface="DejaVu Sans"/>
              </a:defRPr>
            </a:lvl1pPr>
            <a:lvl2pPr algn="l">
              <a:defRPr sz="2700" b="1">
                <a:solidFill>
                  <a:srgbClr val="6756A0"/>
                </a:solidFill>
                <a:latin typeface="DejaVu Sans"/>
                <a:ea typeface="DejaVu Sans"/>
                <a:cs typeface="DejaVu Sans"/>
              </a:defRPr>
            </a:lvl2pPr>
            <a:lvl3pPr algn="l">
              <a:defRPr sz="2700" b="1">
                <a:solidFill>
                  <a:srgbClr val="6756A0"/>
                </a:solidFill>
                <a:latin typeface="DejaVu Sans"/>
                <a:ea typeface="DejaVu Sans"/>
                <a:cs typeface="DejaVu Sans"/>
              </a:defRPr>
            </a:lvl3pPr>
            <a:lvl4pPr algn="l">
              <a:defRPr sz="2700" b="1">
                <a:solidFill>
                  <a:srgbClr val="6756A0"/>
                </a:solidFill>
                <a:latin typeface="DejaVu Sans"/>
                <a:ea typeface="DejaVu Sans"/>
                <a:cs typeface="DejaVu Sans"/>
              </a:defRPr>
            </a:lvl4pPr>
            <a:lvl5pPr algn="l">
              <a:defRPr sz="2700" b="1">
                <a:solidFill>
                  <a:srgbClr val="6756A0"/>
                </a:solidFill>
                <a:latin typeface="DejaVu Sans"/>
                <a:ea typeface="DejaVu Sans"/>
                <a:cs typeface="DejaVu Sans"/>
              </a:defRPr>
            </a:lvl5pPr>
            <a:lvl6pPr algn="l">
              <a:defRPr sz="2700" b="1">
                <a:solidFill>
                  <a:srgbClr val="6756A0"/>
                </a:solidFill>
                <a:latin typeface="DejaVu Sans"/>
                <a:ea typeface="DejaVu Sans"/>
                <a:cs typeface="DejaVu Sans"/>
              </a:defRPr>
            </a:lvl6pPr>
            <a:lvl7pPr algn="l">
              <a:defRPr sz="2700" b="1">
                <a:solidFill>
                  <a:srgbClr val="6756A0"/>
                </a:solidFill>
                <a:latin typeface="DejaVu Sans"/>
                <a:ea typeface="DejaVu Sans"/>
                <a:cs typeface="DejaVu Sans"/>
              </a:defRPr>
            </a:lvl7pPr>
            <a:lvl8pPr algn="l">
              <a:defRPr sz="2700" b="1">
                <a:solidFill>
                  <a:srgbClr val="6756A0"/>
                </a:solidFill>
                <a:latin typeface="DejaVu Sans"/>
                <a:ea typeface="DejaVu Sans"/>
                <a:cs typeface="DejaVu Sans"/>
              </a:defRPr>
            </a:lvl8pPr>
            <a:lvl9pPr algn="l">
              <a:defRPr sz="2700" b="1">
                <a:solidFill>
                  <a:srgbClr val="6756A0"/>
                </a:solidFill>
                <a:latin typeface="DejaVu Sans"/>
                <a:ea typeface="DejaVu Sans"/>
                <a:cs typeface="DejaVu Sans"/>
              </a:defRPr>
            </a:lvl9pPr>
          </a:lstStyle>
          <a:p xmlns:a="http://schemas.openxmlformats.org/drawingml/2006/main">
            <a:pPr algn="l">
              <a:defRPr sz="2700" b="1">
                <a:solidFill>
                  <a:srgbClr val="6756A0"/>
                </a:solidFill>
                <a:latin typeface="DejaVu Sans"/>
                <a:ea typeface="DejaVu Sans"/>
                <a:cs typeface="DejaVu Sans"/>
              </a:defRPr>
            </a:pPr>
            <a:r>
              <a:rPr sz="2700" b="1">
                <a:solidFill>
                  <a:srgbClr val="6756A0"/>
                </a:solidFill>
                <a:latin typeface="DejaVu Sans"/>
                <a:ea typeface="DejaVu Sans"/>
                <a:cs typeface="DejaVu Sans"/>
              </a:rPr>
              <a:t>Ключ: ?</a:t>
            </a:r>
          </a:p>
        </p:txBody>
      </p:sp>
      <p:sp>
        <p:nvSpPr>
          <p:cNvPr id="7" name="">
            <a:extLst xmlns:a="http://schemas.openxmlformats.org/drawingml/2006/main">
              <a:ext uri="{FF2B5EF4-FFF2-40B4-BE49-F238E27FC236}">
                <a16:creationId xmlns:a16="http://schemas.microsoft.com/office/drawing/2014/main" id="{DF96F7BC-E138-415D-9E5A-5E8266A1D55E}"/>
              </a:ext>
            </a:extLst>
          </p:cNvPr>
          <p:cNvSpPr>
            <a:spLocks xmlns:a="http://schemas.openxmlformats.org/drawingml/2006/main" noGrp="1"/>
          </p:cNvSpPr>
          <p:nvPr/>
        </p:nvSpPr>
        <p:spPr>
          <a:xfrm xmlns:a="http://schemas.openxmlformats.org/drawingml/2006/main">
            <a:off x="6524625" y="428625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2700" b="1">
                <a:solidFill>
                  <a:srgbClr val="087F83"/>
                </a:solidFill>
                <a:latin typeface="DejaVu Sans"/>
                <a:ea typeface="DejaVu Sans"/>
                <a:cs typeface="DejaVu Sans"/>
              </a:defRPr>
            </a:defPPr>
            <a:lvl1pPr algn="l">
              <a:defRPr sz="2700" b="1">
                <a:solidFill>
                  <a:srgbClr val="087F83"/>
                </a:solidFill>
                <a:latin typeface="DejaVu Sans"/>
                <a:ea typeface="DejaVu Sans"/>
                <a:cs typeface="DejaVu Sans"/>
              </a:defRPr>
            </a:lvl1pPr>
            <a:lvl2pPr algn="l">
              <a:defRPr sz="2700" b="1">
                <a:solidFill>
                  <a:srgbClr val="087F83"/>
                </a:solidFill>
                <a:latin typeface="DejaVu Sans"/>
                <a:ea typeface="DejaVu Sans"/>
                <a:cs typeface="DejaVu Sans"/>
              </a:defRPr>
            </a:lvl2pPr>
            <a:lvl3pPr algn="l">
              <a:defRPr sz="2700" b="1">
                <a:solidFill>
                  <a:srgbClr val="087F83"/>
                </a:solidFill>
                <a:latin typeface="DejaVu Sans"/>
                <a:ea typeface="DejaVu Sans"/>
                <a:cs typeface="DejaVu Sans"/>
              </a:defRPr>
            </a:lvl3pPr>
            <a:lvl4pPr algn="l">
              <a:defRPr sz="2700" b="1">
                <a:solidFill>
                  <a:srgbClr val="087F83"/>
                </a:solidFill>
                <a:latin typeface="DejaVu Sans"/>
                <a:ea typeface="DejaVu Sans"/>
                <a:cs typeface="DejaVu Sans"/>
              </a:defRPr>
            </a:lvl4pPr>
            <a:lvl5pPr algn="l">
              <a:defRPr sz="2700" b="1">
                <a:solidFill>
                  <a:srgbClr val="087F83"/>
                </a:solidFill>
                <a:latin typeface="DejaVu Sans"/>
                <a:ea typeface="DejaVu Sans"/>
                <a:cs typeface="DejaVu Sans"/>
              </a:defRPr>
            </a:lvl5pPr>
            <a:lvl6pPr algn="l">
              <a:defRPr sz="2700" b="1">
                <a:solidFill>
                  <a:srgbClr val="087F83"/>
                </a:solidFill>
                <a:latin typeface="DejaVu Sans"/>
                <a:ea typeface="DejaVu Sans"/>
                <a:cs typeface="DejaVu Sans"/>
              </a:defRPr>
            </a:lvl6pPr>
            <a:lvl7pPr algn="l">
              <a:defRPr sz="2700" b="1">
                <a:solidFill>
                  <a:srgbClr val="087F83"/>
                </a:solidFill>
                <a:latin typeface="DejaVu Sans"/>
                <a:ea typeface="DejaVu Sans"/>
                <a:cs typeface="DejaVu Sans"/>
              </a:defRPr>
            </a:lvl7pPr>
            <a:lvl8pPr algn="l">
              <a:defRPr sz="2700" b="1">
                <a:solidFill>
                  <a:srgbClr val="087F83"/>
                </a:solidFill>
                <a:latin typeface="DejaVu Sans"/>
                <a:ea typeface="DejaVu Sans"/>
                <a:cs typeface="DejaVu Sans"/>
              </a:defRPr>
            </a:lvl8pPr>
            <a:lvl9pPr algn="l">
              <a:defRPr sz="2700" b="1">
                <a:solidFill>
                  <a:srgbClr val="087F83"/>
                </a:solidFill>
                <a:latin typeface="DejaVu Sans"/>
                <a:ea typeface="DejaVu Sans"/>
                <a:cs typeface="DejaVu Sans"/>
              </a:defRPr>
            </a:lvl9pPr>
          </a:lstStyle>
          <a:p xmlns:a="http://schemas.openxmlformats.org/drawingml/2006/main">
            <a:pPr algn="l">
              <a:defRPr sz="2700" b="1">
                <a:solidFill>
                  <a:srgbClr val="087F83"/>
                </a:solidFill>
                <a:latin typeface="DejaVu Sans"/>
                <a:ea typeface="DejaVu Sans"/>
                <a:cs typeface="DejaVu Sans"/>
              </a:defRPr>
            </a:pPr>
            <a:r>
              <a:rPr sz="2700" b="1">
                <a:solidFill>
                  <a:srgbClr val="087F83"/>
                </a:solidFill>
                <a:latin typeface="DejaVu Sans"/>
                <a:ea typeface="DejaVu Sans"/>
                <a:cs typeface="DejaVu Sans"/>
              </a:rPr>
              <a:t>Вопрос: ?</a:t>
            </a:r>
          </a:p>
        </p:txBody>
      </p:sp>
      <p:sp>
        <p:nvSpPr>
          <p:cNvPr id="8" name="">
            <a:extLst xmlns:a="http://schemas.openxmlformats.org/drawingml/2006/main">
              <a:ext uri="{FF2B5EF4-FFF2-40B4-BE49-F238E27FC236}">
                <a16:creationId xmlns:a16="http://schemas.microsoft.com/office/drawing/2014/main" id="{41392B51-69E9-4B8A-829C-BC97F5C85D18}"/>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9" name="">
            <a:extLst xmlns:a="http://schemas.openxmlformats.org/drawingml/2006/main">
              <a:ext uri="{FF2B5EF4-FFF2-40B4-BE49-F238E27FC236}">
                <a16:creationId xmlns:a16="http://schemas.microsoft.com/office/drawing/2014/main" id="{3F133AA3-2DE7-4622-ABFD-05D5E06D2EAF}"/>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Сначала своя попытка, затем подсказка преподавателя.</a:t>
            </a:r>
          </a:p>
        </p:txBody>
      </p:sp>
      <p:sp>
        <p:nvSpPr>
          <p:cNvPr id="10" name="">
            <a:extLst xmlns:a="http://schemas.openxmlformats.org/drawingml/2006/main">
              <a:ext uri="{FF2B5EF4-FFF2-40B4-BE49-F238E27FC236}">
                <a16:creationId xmlns:a16="http://schemas.microsoft.com/office/drawing/2014/main" id="{1FBB22E2-811F-4FB3-8173-F5AEE462DD61}"/>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29 / 32</a:t>
            </a:r>
          </a:p>
        </p:txBody>
      </p:sp>
    </p:spTree>
    <p:extLst>
      <p:ext uri="{BB962C8B-B14F-4D97-AF65-F5344CB8AC3E}">
        <p14:creationId xmlns:p14="http://schemas.microsoft.com/office/powerpoint/2010/main" val="1296733570"/>
      </p:ext>
    </p:extLst>
  </p:cSld>
</p:sld>
</file>

<file path=ppt/slides/slide3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B39465A-195F-4E8E-82A5-DC321881F712}"/>
              </a:ext>
            </a:extLst>
          </p:cNvPr>
          <p:cNvCxnSpPr>
            <a:stCxn xmlns:a="http://schemas.openxmlformats.org/drawingml/2006/main" id="7" idx="3"/>
            <a:endCxn xmlns:a="http://schemas.openxmlformats.org/drawingml/2006/main" id="8" idx="1"/>
          </p:cNvCxnSpPr>
          <p:nvPr/>
        </p:nvCxnSpPr>
        <p:spPr>
          <a:xfrm xmlns:a="http://schemas.openxmlformats.org/drawingml/2006/main">
            <a:off x="5429250" y="4762500"/>
            <a:ext cx="17145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6F00A0F7-C38E-49A3-B575-04FDB730493A}"/>
              </a:ext>
            </a:extLst>
          </p:cNvPr>
          <p:cNvCxnSpPr>
            <a:stCxn xmlns:a="http://schemas.openxmlformats.org/drawingml/2006/main" id="4" idx="3"/>
            <a:endCxn xmlns:a="http://schemas.openxmlformats.org/drawingml/2006/main" id="5" idx="1"/>
          </p:cNvCxnSpPr>
          <p:nvPr/>
        </p:nvCxnSpPr>
        <p:spPr>
          <a:xfrm xmlns:a="http://schemas.openxmlformats.org/drawingml/2006/main">
            <a:off x="5429250" y="3095625"/>
            <a:ext cx="1714500" cy="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3" name="">
            <a:extLst xmlns:a="http://schemas.openxmlformats.org/drawingml/2006/main">
              <a:ext uri="{FF2B5EF4-FFF2-40B4-BE49-F238E27FC236}">
                <a16:creationId xmlns:a16="http://schemas.microsoft.com/office/drawing/2014/main" id="{95FEE09B-A73A-44BA-877C-42D50E122779}"/>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B60BA27A-8103-49E0-87F6-3C7339BBB240}"/>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Исправление одного недостатка</a:t>
            </a:r>
          </a:p>
        </p:txBody>
      </p:sp>
      <p:sp>
        <p:nvSpPr>
          <p:cNvPr id="3" name="">
            <a:extLst xmlns:a="http://schemas.openxmlformats.org/drawingml/2006/main">
              <a:ext uri="{FF2B5EF4-FFF2-40B4-BE49-F238E27FC236}">
                <a16:creationId xmlns:a16="http://schemas.microsoft.com/office/drawing/2014/main" id="{FD93671A-FF23-43E8-AE52-59217CBA76F9}"/>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Синоним не распознан: изменяем ключи и проверяем повторно.</a:t>
            </a:r>
          </a:p>
        </p:txBody>
      </p:sp>
      <p:sp>
        <p:nvSpPr>
          <p:cNvPr id="4" name="">
            <a:extLst xmlns:a="http://schemas.openxmlformats.org/drawingml/2006/main">
              <a:ext uri="{FF2B5EF4-FFF2-40B4-BE49-F238E27FC236}">
                <a16:creationId xmlns:a16="http://schemas.microsoft.com/office/drawing/2014/main" id="{8061EBFA-469C-4324-9715-54B46B73A3BB}"/>
              </a:ext>
            </a:extLst>
          </p:cNvPr>
          <p:cNvSpPr>
            <a:spLocks xmlns:a="http://schemas.openxmlformats.org/drawingml/2006/main" noGrp="1"/>
          </p:cNvSpPr>
          <p:nvPr/>
        </p:nvSpPr>
        <p:spPr>
          <a:xfrm xmlns:a="http://schemas.openxmlformats.org/drawingml/2006/main">
            <a:off x="952500" y="2619375"/>
            <a:ext cx="4476750" cy="952500"/>
          </a:xfrm>
          <a:prstGeom xmlns:a="http://schemas.openxmlformats.org/drawingml/2006/main" prst="roundRect">
            <a:avLst>
              <a:gd name="adj" fmla="val 8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«Служебная поездка»</a:t>
            </a:r>
          </a:p>
        </p:txBody>
      </p:sp>
      <p:sp>
        <p:nvSpPr>
          <p:cNvPr id="5" name="">
            <a:extLst xmlns:a="http://schemas.openxmlformats.org/drawingml/2006/main">
              <a:ext uri="{FF2B5EF4-FFF2-40B4-BE49-F238E27FC236}">
                <a16:creationId xmlns:a16="http://schemas.microsoft.com/office/drawing/2014/main" id="{A0C4DC08-2C17-476F-ACCE-79D5073D19B7}"/>
              </a:ext>
            </a:extLst>
          </p:cNvPr>
          <p:cNvSpPr>
            <a:spLocks xmlns:a="http://schemas.openxmlformats.org/drawingml/2006/main" noGrp="1"/>
          </p:cNvSpPr>
          <p:nvPr/>
        </p:nvSpPr>
        <p:spPr>
          <a:xfrm xmlns:a="http://schemas.openxmlformats.org/drawingml/2006/main">
            <a:off x="7143750" y="2619375"/>
            <a:ext cx="4095750" cy="952500"/>
          </a:xfrm>
          <a:prstGeom xmlns:a="http://schemas.openxmlformats.org/drawingml/2006/main" prst="roundRect">
            <a:avLst>
              <a:gd name="adj" fmla="val 8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Нет совпадения</a:t>
            </a:r>
          </a:p>
        </p:txBody>
      </p:sp>
      <p:sp>
        <p:nvSpPr>
          <p:cNvPr id="7" name="">
            <a:extLst xmlns:a="http://schemas.openxmlformats.org/drawingml/2006/main">
              <a:ext uri="{FF2B5EF4-FFF2-40B4-BE49-F238E27FC236}">
                <a16:creationId xmlns:a16="http://schemas.microsoft.com/office/drawing/2014/main" id="{13F4114A-3004-4E79-9710-67C752E26F60}"/>
              </a:ext>
            </a:extLst>
          </p:cNvPr>
          <p:cNvSpPr>
            <a:spLocks xmlns:a="http://schemas.openxmlformats.org/drawingml/2006/main" noGrp="1"/>
          </p:cNvSpPr>
          <p:nvPr/>
        </p:nvSpPr>
        <p:spPr>
          <a:xfrm xmlns:a="http://schemas.openxmlformats.org/drawingml/2006/main">
            <a:off x="952500" y="4286250"/>
            <a:ext cx="4476750" cy="952500"/>
          </a:xfrm>
          <a:prstGeom xmlns:a="http://schemas.openxmlformats.org/drawingml/2006/main" prst="roundRect">
            <a:avLst>
              <a:gd name="adj" fmla="val 8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Добавили «поездк»</a:t>
            </a:r>
          </a:p>
        </p:txBody>
      </p:sp>
      <p:sp>
        <p:nvSpPr>
          <p:cNvPr id="8" name="">
            <a:extLst xmlns:a="http://schemas.openxmlformats.org/drawingml/2006/main">
              <a:ext uri="{FF2B5EF4-FFF2-40B4-BE49-F238E27FC236}">
                <a16:creationId xmlns:a16="http://schemas.microsoft.com/office/drawing/2014/main" id="{30A3947F-5587-441C-8631-35D52E9752EC}"/>
              </a:ext>
            </a:extLst>
          </p:cNvPr>
          <p:cNvSpPr>
            <a:spLocks xmlns:a="http://schemas.openxmlformats.org/drawingml/2006/main" noGrp="1"/>
          </p:cNvSpPr>
          <p:nvPr/>
        </p:nvSpPr>
        <p:spPr>
          <a:xfrm xmlns:a="http://schemas.openxmlformats.org/drawingml/2006/main">
            <a:off x="7143750" y="4286250"/>
            <a:ext cx="4095750" cy="952500"/>
          </a:xfrm>
          <a:prstGeom xmlns:a="http://schemas.openxmlformats.org/drawingml/2006/main" prst="roundRect">
            <a:avLst>
              <a:gd name="adj" fmla="val 8000"/>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Найдено TR-01</a:t>
            </a:r>
          </a:p>
        </p:txBody>
      </p:sp>
      <p:sp>
        <p:nvSpPr>
          <p:cNvPr id="10" name="">
            <a:extLst xmlns:a="http://schemas.openxmlformats.org/drawingml/2006/main">
              <a:ext uri="{FF2B5EF4-FFF2-40B4-BE49-F238E27FC236}">
                <a16:creationId xmlns:a16="http://schemas.microsoft.com/office/drawing/2014/main" id="{F7E56FEB-9D5B-4524-A7DB-BF2C04B44520}"/>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1" name="">
            <a:extLst xmlns:a="http://schemas.openxmlformats.org/drawingml/2006/main">
              <a:ext uri="{FF2B5EF4-FFF2-40B4-BE49-F238E27FC236}">
                <a16:creationId xmlns:a16="http://schemas.microsoft.com/office/drawing/2014/main" id="{559E68EE-4C6A-4EC7-BDBE-F45F5C2087E9}"/>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После улучшения проверяем новый и прежний запросы.</a:t>
            </a:r>
          </a:p>
        </p:txBody>
      </p:sp>
      <p:sp>
        <p:nvSpPr>
          <p:cNvPr id="12" name="">
            <a:extLst xmlns:a="http://schemas.openxmlformats.org/drawingml/2006/main">
              <a:ext uri="{FF2B5EF4-FFF2-40B4-BE49-F238E27FC236}">
                <a16:creationId xmlns:a16="http://schemas.microsoft.com/office/drawing/2014/main" id="{6FF9DE9F-9DE2-4E44-8C9E-B6C60F1133D1}"/>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30 / 32</a:t>
            </a:r>
          </a:p>
        </p:txBody>
      </p:sp>
    </p:spTree>
    <p:extLst>
      <p:ext uri="{BB962C8B-B14F-4D97-AF65-F5344CB8AC3E}">
        <p14:creationId xmlns:p14="http://schemas.microsoft.com/office/powerpoint/2010/main" val="1822729896"/>
      </p:ext>
    </p:extLst>
  </p:cSld>
</p:sld>
</file>

<file path=ppt/slides/slide3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579AD5C-179D-42C9-B95E-A91B7758920F}"/>
              </a:ext>
            </a:extLst>
          </p:cNvPr>
          <p:cNvCxnSpPr>
            <a:stCxn xmlns:a="http://schemas.openxmlformats.org/drawingml/2006/main" id="5" idx="3"/>
            <a:endCxn xmlns:a="http://schemas.openxmlformats.org/drawingml/2006/main" id="7" idx="0"/>
          </p:cNvCxnSpPr>
          <p:nvPr/>
        </p:nvCxnSpPr>
        <p:spPr>
          <a:xfrm xmlns:a="http://schemas.openxmlformats.org/drawingml/2006/main">
            <a:off x="790575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32DC299-C122-4247-9C4F-3DE1993E9B3C}"/>
              </a:ext>
            </a:extLst>
          </p:cNvPr>
          <p:cNvCxnSpPr>
            <a:stCxn xmlns:a="http://schemas.openxmlformats.org/drawingml/2006/main" id="5" idx="1"/>
            <a:endCxn xmlns:a="http://schemas.openxmlformats.org/drawingml/2006/main" id="6" idx="0"/>
          </p:cNvCxnSpPr>
          <p:nvPr/>
        </p:nvCxnSpPr>
        <p:spPr>
          <a:xfrm xmlns:a="http://schemas.openxmlformats.org/drawingml/2006/main" flipH="1">
            <a:off x="3238500" y="4000500"/>
            <a:ext cx="1047750" cy="904875"/>
          </a:xfrm>
          <a:prstGeom xmlns:a="http://schemas.openxmlformats.org/drawingml/2006/main" prst="bentConnector2">
            <a:avLst/>
          </a:prstGeom>
          <a:ln xmlns:a="http://schemas.openxmlformats.org/drawingml/2006/main" w="28575">
            <a:solidFill>
              <a:srgbClr val="52686F"/>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770C437-6205-48C7-A52F-6FA6C33171B7}"/>
              </a:ext>
            </a:extLst>
          </p:cNvPr>
          <p:cNvCxnSpPr>
            <a:stCxn xmlns:a="http://schemas.openxmlformats.org/drawingml/2006/main" id="4" idx="2"/>
            <a:endCxn xmlns:a="http://schemas.openxmlformats.org/drawingml/2006/main" id="5" idx="0"/>
          </p:cNvCxnSpPr>
          <p:nvPr/>
        </p:nvCxnSpPr>
        <p:spPr>
          <a:xfrm xmlns:a="http://schemas.openxmlformats.org/drawingml/2006/main">
            <a:off x="6096000" y="3238500"/>
            <a:ext cx="0" cy="381000"/>
          </a:xfrm>
          <a:prstGeom xmlns:a="http://schemas.openxmlformats.org/drawingml/2006/main" prst="straightConnector1">
            <a:avLst/>
          </a:prstGeom>
          <a:ln xmlns:a="http://schemas.openxmlformats.org/drawingml/2006/main" w="28575">
            <a:solidFill>
              <a:srgbClr val="52686F"/>
            </a:solidFill>
            <a:prstDash val="solid"/>
            <a:tailEnd type="arrow" w="med" len="med"/>
          </a:ln>
        </p:spPr>
      </p:cxnSp>
      <p:sp>
        <p:nvSpPr>
          <p:cNvPr id="16" name="">
            <a:extLst xmlns:a="http://schemas.openxmlformats.org/drawingml/2006/main">
              <a:ext uri="{FF2B5EF4-FFF2-40B4-BE49-F238E27FC236}">
                <a16:creationId xmlns:a16="http://schemas.microsoft.com/office/drawing/2014/main" id="{C382350B-719E-417A-812F-940A19E92AF0}"/>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3D1E81A7-2D68-4141-B257-375446DA818B}"/>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Выбор подхода для своей задачи</a:t>
            </a:r>
          </a:p>
        </p:txBody>
      </p:sp>
      <p:sp>
        <p:nvSpPr>
          <p:cNvPr id="3" name="">
            <a:extLst xmlns:a="http://schemas.openxmlformats.org/drawingml/2006/main">
              <a:ext uri="{FF2B5EF4-FFF2-40B4-BE49-F238E27FC236}">
                <a16:creationId xmlns:a16="http://schemas.microsoft.com/office/drawing/2014/main" id="{0AAD0507-4487-4E4D-8971-7BE44E5F7720}"/>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Усложнение должно приносить наблюдаемую пользу.</a:t>
            </a:r>
          </a:p>
        </p:txBody>
      </p:sp>
      <p:sp>
        <p:nvSpPr>
          <p:cNvPr id="4" name="">
            <a:extLst xmlns:a="http://schemas.openxmlformats.org/drawingml/2006/main">
              <a:ext uri="{FF2B5EF4-FFF2-40B4-BE49-F238E27FC236}">
                <a16:creationId xmlns:a16="http://schemas.microsoft.com/office/drawing/2014/main" id="{7B428FDE-2468-4BA1-BD65-952D541F9238}"/>
              </a:ext>
            </a:extLst>
          </p:cNvPr>
          <p:cNvSpPr>
            <a:spLocks xmlns:a="http://schemas.openxmlformats.org/drawingml/2006/main" noGrp="1"/>
          </p:cNvSpPr>
          <p:nvPr/>
        </p:nvSpPr>
        <p:spPr>
          <a:xfrm xmlns:a="http://schemas.openxmlformats.org/drawingml/2006/main">
            <a:off x="4286250" y="2476500"/>
            <a:ext cx="3619500" cy="762000"/>
          </a:xfrm>
          <a:prstGeom xmlns:a="http://schemas.openxmlformats.org/drawingml/2006/main" prst="roundRect">
            <a:avLst>
              <a:gd name="adj" fmla="val 10000"/>
            </a:avLst>
          </a:prstGeom>
          <a:solidFill xmlns:a="http://schemas.openxmlformats.org/drawingml/2006/main">
            <a:srgbClr val="E0EEEB"/>
          </a:solidFill>
          <a:ln xmlns:a="http://schemas.openxmlformats.org/drawingml/2006/main" w="19050">
            <a:solidFill>
              <a:srgbClr val="087F83"/>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Моя задача</a:t>
            </a:r>
          </a:p>
        </p:txBody>
      </p:sp>
      <p:sp>
        <p:nvSpPr>
          <p:cNvPr id="5" name="">
            <a:extLst xmlns:a="http://schemas.openxmlformats.org/drawingml/2006/main">
              <a:ext uri="{FF2B5EF4-FFF2-40B4-BE49-F238E27FC236}">
                <a16:creationId xmlns:a16="http://schemas.microsoft.com/office/drawing/2014/main" id="{2E45B74E-3156-424C-84D7-D186C1E53D98}"/>
              </a:ext>
            </a:extLst>
          </p:cNvPr>
          <p:cNvSpPr>
            <a:spLocks xmlns:a="http://schemas.openxmlformats.org/drawingml/2006/main" noGrp="1"/>
          </p:cNvSpPr>
          <p:nvPr/>
        </p:nvSpPr>
        <p:spPr>
          <a:xfrm xmlns:a="http://schemas.openxmlformats.org/drawingml/2006/main">
            <a:off x="4286250" y="3619500"/>
            <a:ext cx="3619500" cy="762000"/>
          </a:xfrm>
          <a:prstGeom xmlns:a="http://schemas.openxmlformats.org/drawingml/2006/main" prst="roundRect">
            <a:avLst>
              <a:gd name="adj" fmla="val 10000"/>
            </a:avLst>
          </a:prstGeom>
          <a:solidFill xmlns:a="http://schemas.openxmlformats.org/drawingml/2006/main">
            <a:srgbClr val="EAE5F3"/>
          </a:solidFill>
          <a:ln xmlns:a="http://schemas.openxmlformats.org/drawingml/2006/main" w="19050">
            <a:solidFill>
              <a:srgbClr val="6756A0"/>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Порядок стабилен?</a:t>
            </a:r>
          </a:p>
        </p:txBody>
      </p:sp>
      <p:sp>
        <p:nvSpPr>
          <p:cNvPr id="6" name="">
            <a:extLst xmlns:a="http://schemas.openxmlformats.org/drawingml/2006/main">
              <a:ext uri="{FF2B5EF4-FFF2-40B4-BE49-F238E27FC236}">
                <a16:creationId xmlns:a16="http://schemas.microsoft.com/office/drawing/2014/main" id="{8DE3421A-F235-4C6B-89EA-A54092391AF6}"/>
              </a:ext>
            </a:extLst>
          </p:cNvPr>
          <p:cNvSpPr>
            <a:spLocks xmlns:a="http://schemas.openxmlformats.org/drawingml/2006/main" noGrp="1"/>
          </p:cNvSpPr>
          <p:nvPr/>
        </p:nvSpPr>
        <p:spPr>
          <a:xfrm xmlns:a="http://schemas.openxmlformats.org/drawingml/2006/main">
            <a:off x="1143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Обычный процесс</a:t>
            </a:r>
          </a:p>
        </p:txBody>
      </p:sp>
      <p:sp>
        <p:nvSpPr>
          <p:cNvPr id="7" name="">
            <a:extLst xmlns:a="http://schemas.openxmlformats.org/drawingml/2006/main">
              <a:ext uri="{FF2B5EF4-FFF2-40B4-BE49-F238E27FC236}">
                <a16:creationId xmlns:a16="http://schemas.microsoft.com/office/drawing/2014/main" id="{3EB194BD-5E56-4C56-838B-B7DE5D39ABA2}"/>
              </a:ext>
            </a:extLst>
          </p:cNvPr>
          <p:cNvSpPr>
            <a:spLocks xmlns:a="http://schemas.openxmlformats.org/drawingml/2006/main" noGrp="1"/>
          </p:cNvSpPr>
          <p:nvPr/>
        </p:nvSpPr>
        <p:spPr>
          <a:xfrm xmlns:a="http://schemas.openxmlformats.org/drawingml/2006/main">
            <a:off x="6858000" y="4905375"/>
            <a:ext cx="4191000" cy="666750"/>
          </a:xfrm>
          <a:prstGeom xmlns:a="http://schemas.openxmlformats.org/drawingml/2006/main" prst="roundRect">
            <a:avLst>
              <a:gd name="adj" fmla="val 11429"/>
            </a:avLst>
          </a:prstGeom>
          <a:solidFill xmlns:a="http://schemas.openxmlformats.org/drawingml/2006/main">
            <a:srgbClr val="F4E4CD"/>
          </a:solidFill>
          <a:ln xmlns:a="http://schemas.openxmlformats.org/drawingml/2006/main" w="19050">
            <a:solidFill>
              <a:srgbClr val="BA4E31"/>
            </a:solidFill>
            <a:prstDash val="solid"/>
          </a:ln>
        </p:spPr>
        <p:txBody>
          <a:bodyPr xmlns:a="http://schemas.openxmlformats.org/drawingml/2006/main" lIns="133350" tIns="133350" rIns="133350" bIns="13335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Проверить пользу LLM</a:t>
            </a:r>
          </a:p>
        </p:txBody>
      </p:sp>
      <p:sp>
        <p:nvSpPr>
          <p:cNvPr id="11" name="">
            <a:extLst xmlns:a="http://schemas.openxmlformats.org/drawingml/2006/main">
              <a:ext uri="{FF2B5EF4-FFF2-40B4-BE49-F238E27FC236}">
                <a16:creationId xmlns:a16="http://schemas.microsoft.com/office/drawing/2014/main" id="{5C247A4E-11F5-4C46-9758-9D2486035E3C}"/>
              </a:ext>
            </a:extLst>
          </p:cNvPr>
          <p:cNvSpPr>
            <a:spLocks xmlns:a="http://schemas.openxmlformats.org/drawingml/2006/main" noGrp="1"/>
          </p:cNvSpPr>
          <p:nvPr/>
        </p:nvSpPr>
        <p:spPr>
          <a:xfrm xmlns:a="http://schemas.openxmlformats.org/drawingml/2006/main">
            <a:off x="2286000" y="42100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1">
                <a:solidFill>
                  <a:srgbClr val="087F83"/>
                </a:solidFill>
                <a:latin typeface="DejaVu Sans"/>
                <a:ea typeface="DejaVu Sans"/>
                <a:cs typeface="DejaVu Sans"/>
              </a:defRPr>
            </a:defPPr>
            <a:lvl1pPr algn="l">
              <a:defRPr sz="1800" b="1">
                <a:solidFill>
                  <a:srgbClr val="087F83"/>
                </a:solidFill>
                <a:latin typeface="DejaVu Sans"/>
                <a:ea typeface="DejaVu Sans"/>
                <a:cs typeface="DejaVu Sans"/>
              </a:defRPr>
            </a:lvl1pPr>
            <a:lvl2pPr algn="l">
              <a:defRPr sz="1800" b="1">
                <a:solidFill>
                  <a:srgbClr val="087F83"/>
                </a:solidFill>
                <a:latin typeface="DejaVu Sans"/>
                <a:ea typeface="DejaVu Sans"/>
                <a:cs typeface="DejaVu Sans"/>
              </a:defRPr>
            </a:lvl2pPr>
            <a:lvl3pPr algn="l">
              <a:defRPr sz="1800" b="1">
                <a:solidFill>
                  <a:srgbClr val="087F83"/>
                </a:solidFill>
                <a:latin typeface="DejaVu Sans"/>
                <a:ea typeface="DejaVu Sans"/>
                <a:cs typeface="DejaVu Sans"/>
              </a:defRPr>
            </a:lvl3pPr>
            <a:lvl4pPr algn="l">
              <a:defRPr sz="1800" b="1">
                <a:solidFill>
                  <a:srgbClr val="087F83"/>
                </a:solidFill>
                <a:latin typeface="DejaVu Sans"/>
                <a:ea typeface="DejaVu Sans"/>
                <a:cs typeface="DejaVu Sans"/>
              </a:defRPr>
            </a:lvl4pPr>
            <a:lvl5pPr algn="l">
              <a:defRPr sz="1800" b="1">
                <a:solidFill>
                  <a:srgbClr val="087F83"/>
                </a:solidFill>
                <a:latin typeface="DejaVu Sans"/>
                <a:ea typeface="DejaVu Sans"/>
                <a:cs typeface="DejaVu Sans"/>
              </a:defRPr>
            </a:lvl5pPr>
            <a:lvl6pPr algn="l">
              <a:defRPr sz="1800" b="1">
                <a:solidFill>
                  <a:srgbClr val="087F83"/>
                </a:solidFill>
                <a:latin typeface="DejaVu Sans"/>
                <a:ea typeface="DejaVu Sans"/>
                <a:cs typeface="DejaVu Sans"/>
              </a:defRPr>
            </a:lvl6pPr>
            <a:lvl7pPr algn="l">
              <a:defRPr sz="1800" b="1">
                <a:solidFill>
                  <a:srgbClr val="087F83"/>
                </a:solidFill>
                <a:latin typeface="DejaVu Sans"/>
                <a:ea typeface="DejaVu Sans"/>
                <a:cs typeface="DejaVu Sans"/>
              </a:defRPr>
            </a:lvl7pPr>
            <a:lvl8pPr algn="l">
              <a:defRPr sz="1800" b="1">
                <a:solidFill>
                  <a:srgbClr val="087F83"/>
                </a:solidFill>
                <a:latin typeface="DejaVu Sans"/>
                <a:ea typeface="DejaVu Sans"/>
                <a:cs typeface="DejaVu Sans"/>
              </a:defRPr>
            </a:lvl8pPr>
            <a:lvl9pPr algn="l">
              <a:defRPr sz="1800" b="1">
                <a:solidFill>
                  <a:srgbClr val="087F83"/>
                </a:solidFill>
                <a:latin typeface="DejaVu Sans"/>
                <a:ea typeface="DejaVu Sans"/>
                <a:cs typeface="DejaVu Sans"/>
              </a:defRPr>
            </a:lvl9pPr>
          </a:lstStyle>
          <a:p xmlns:a="http://schemas.openxmlformats.org/drawingml/2006/main">
            <a:pPr algn="l">
              <a:defRPr sz="1800" b="1">
                <a:solidFill>
                  <a:srgbClr val="087F83"/>
                </a:solidFill>
                <a:latin typeface="DejaVu Sans"/>
                <a:ea typeface="DejaVu Sans"/>
                <a:cs typeface="DejaVu Sans"/>
              </a:defRPr>
            </a:pPr>
            <a:r>
              <a:rPr sz="1800" b="1">
                <a:solidFill>
                  <a:srgbClr val="087F83"/>
                </a:solidFill>
                <a:latin typeface="DejaVu Sans"/>
                <a:ea typeface="DejaVu Sans"/>
                <a:cs typeface="DejaVu Sans"/>
              </a:rPr>
              <a:t>Да</a:t>
            </a:r>
          </a:p>
        </p:txBody>
      </p:sp>
      <p:sp>
        <p:nvSpPr>
          <p:cNvPr id="12" name="">
            <a:extLst xmlns:a="http://schemas.openxmlformats.org/drawingml/2006/main">
              <a:ext uri="{FF2B5EF4-FFF2-40B4-BE49-F238E27FC236}">
                <a16:creationId xmlns:a16="http://schemas.microsoft.com/office/drawing/2014/main" id="{55FF2563-19F5-462C-AAB6-792E386DF2FC}"/>
              </a:ext>
            </a:extLst>
          </p:cNvPr>
          <p:cNvSpPr>
            <a:spLocks xmlns:a="http://schemas.openxmlformats.org/drawingml/2006/main" noGrp="1"/>
          </p:cNvSpPr>
          <p:nvPr/>
        </p:nvSpPr>
        <p:spPr>
          <a:xfrm xmlns:a="http://schemas.openxmlformats.org/drawingml/2006/main">
            <a:off x="9096375" y="42100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00" b="1">
                <a:solidFill>
                  <a:srgbClr val="BA4E31"/>
                </a:solidFill>
                <a:latin typeface="DejaVu Sans"/>
                <a:ea typeface="DejaVu Sans"/>
                <a:cs typeface="DejaVu Sans"/>
              </a:defRPr>
            </a:defPPr>
            <a:lvl1pPr algn="l">
              <a:defRPr sz="1800" b="1">
                <a:solidFill>
                  <a:srgbClr val="BA4E31"/>
                </a:solidFill>
                <a:latin typeface="DejaVu Sans"/>
                <a:ea typeface="DejaVu Sans"/>
                <a:cs typeface="DejaVu Sans"/>
              </a:defRPr>
            </a:lvl1pPr>
            <a:lvl2pPr algn="l">
              <a:defRPr sz="1800" b="1">
                <a:solidFill>
                  <a:srgbClr val="BA4E31"/>
                </a:solidFill>
                <a:latin typeface="DejaVu Sans"/>
                <a:ea typeface="DejaVu Sans"/>
                <a:cs typeface="DejaVu Sans"/>
              </a:defRPr>
            </a:lvl2pPr>
            <a:lvl3pPr algn="l">
              <a:defRPr sz="1800" b="1">
                <a:solidFill>
                  <a:srgbClr val="BA4E31"/>
                </a:solidFill>
                <a:latin typeface="DejaVu Sans"/>
                <a:ea typeface="DejaVu Sans"/>
                <a:cs typeface="DejaVu Sans"/>
              </a:defRPr>
            </a:lvl3pPr>
            <a:lvl4pPr algn="l">
              <a:defRPr sz="1800" b="1">
                <a:solidFill>
                  <a:srgbClr val="BA4E31"/>
                </a:solidFill>
                <a:latin typeface="DejaVu Sans"/>
                <a:ea typeface="DejaVu Sans"/>
                <a:cs typeface="DejaVu Sans"/>
              </a:defRPr>
            </a:lvl4pPr>
            <a:lvl5pPr algn="l">
              <a:defRPr sz="1800" b="1">
                <a:solidFill>
                  <a:srgbClr val="BA4E31"/>
                </a:solidFill>
                <a:latin typeface="DejaVu Sans"/>
                <a:ea typeface="DejaVu Sans"/>
                <a:cs typeface="DejaVu Sans"/>
              </a:defRPr>
            </a:lvl5pPr>
            <a:lvl6pPr algn="l">
              <a:defRPr sz="1800" b="1">
                <a:solidFill>
                  <a:srgbClr val="BA4E31"/>
                </a:solidFill>
                <a:latin typeface="DejaVu Sans"/>
                <a:ea typeface="DejaVu Sans"/>
                <a:cs typeface="DejaVu Sans"/>
              </a:defRPr>
            </a:lvl6pPr>
            <a:lvl7pPr algn="l">
              <a:defRPr sz="1800" b="1">
                <a:solidFill>
                  <a:srgbClr val="BA4E31"/>
                </a:solidFill>
                <a:latin typeface="DejaVu Sans"/>
                <a:ea typeface="DejaVu Sans"/>
                <a:cs typeface="DejaVu Sans"/>
              </a:defRPr>
            </a:lvl7pPr>
            <a:lvl8pPr algn="l">
              <a:defRPr sz="1800" b="1">
                <a:solidFill>
                  <a:srgbClr val="BA4E31"/>
                </a:solidFill>
                <a:latin typeface="DejaVu Sans"/>
                <a:ea typeface="DejaVu Sans"/>
                <a:cs typeface="DejaVu Sans"/>
              </a:defRPr>
            </a:lvl8pPr>
            <a:lvl9pPr algn="l">
              <a:defRPr sz="1800" b="1">
                <a:solidFill>
                  <a:srgbClr val="BA4E31"/>
                </a:solidFill>
                <a:latin typeface="DejaVu Sans"/>
                <a:ea typeface="DejaVu Sans"/>
                <a:cs typeface="DejaVu Sans"/>
              </a:defRPr>
            </a:lvl9pPr>
          </a:lstStyle>
          <a:p xmlns:a="http://schemas.openxmlformats.org/drawingml/2006/main">
            <a:pPr algn="l">
              <a:defRPr sz="1800" b="1">
                <a:solidFill>
                  <a:srgbClr val="BA4E31"/>
                </a:solidFill>
                <a:latin typeface="DejaVu Sans"/>
                <a:ea typeface="DejaVu Sans"/>
                <a:cs typeface="DejaVu Sans"/>
              </a:defRPr>
            </a:pPr>
            <a:r>
              <a:rPr sz="1800" b="1">
                <a:solidFill>
                  <a:srgbClr val="BA4E31"/>
                </a:solidFill>
                <a:latin typeface="DejaVu Sans"/>
                <a:ea typeface="DejaVu Sans"/>
                <a:cs typeface="DejaVu Sans"/>
              </a:rPr>
              <a:t>Нет</a:t>
            </a:r>
          </a:p>
        </p:txBody>
      </p:sp>
      <p:sp>
        <p:nvSpPr>
          <p:cNvPr id="13" name="">
            <a:extLst xmlns:a="http://schemas.openxmlformats.org/drawingml/2006/main">
              <a:ext uri="{FF2B5EF4-FFF2-40B4-BE49-F238E27FC236}">
                <a16:creationId xmlns:a16="http://schemas.microsoft.com/office/drawing/2014/main" id="{32CFCE72-6853-4966-A473-64C14DAEC0EE}"/>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4" name="">
            <a:extLst xmlns:a="http://schemas.openxmlformats.org/drawingml/2006/main">
              <a:ext uri="{FF2B5EF4-FFF2-40B4-BE49-F238E27FC236}">
                <a16:creationId xmlns:a16="http://schemas.microsoft.com/office/drawing/2014/main" id="{147E1734-AEB9-4D55-8E11-1042BD921E91}"/>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Сравниваем качество, время проверки и стоимость.</a:t>
            </a:r>
          </a:p>
        </p:txBody>
      </p:sp>
      <p:sp>
        <p:nvSpPr>
          <p:cNvPr id="15" name="">
            <a:extLst xmlns:a="http://schemas.openxmlformats.org/drawingml/2006/main">
              <a:ext uri="{FF2B5EF4-FFF2-40B4-BE49-F238E27FC236}">
                <a16:creationId xmlns:a16="http://schemas.microsoft.com/office/drawing/2014/main" id="{D11F5A81-115E-4C94-9AEA-F2DB3E21D107}"/>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31 / 32</a:t>
            </a:r>
          </a:p>
        </p:txBody>
      </p:sp>
    </p:spTree>
    <p:extLst>
      <p:ext uri="{BB962C8B-B14F-4D97-AF65-F5344CB8AC3E}">
        <p14:creationId xmlns:p14="http://schemas.microsoft.com/office/powerpoint/2010/main" val="624539145"/>
      </p:ext>
    </p:extLst>
  </p:cSld>
</p:sld>
</file>

<file path=ppt/slides/slide3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57DA46-BA41-4D4D-909A-2F64A79425E1}"/>
              </a:ext>
            </a:extLst>
          </p:cNvPr>
          <p:cNvSpPr>
            <a:spLocks xmlns:a="http://schemas.openxmlformats.org/drawingml/2006/main" noGrp="1"/>
          </p:cNvSpPr>
          <p:nvPr/>
        </p:nvSpPr>
        <p:spPr>
          <a:xfrm xmlns:a="http://schemas.openxmlformats.org/drawingml/2006/main">
            <a:off x="609600" y="219075"/>
            <a:ext cx="990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200" b="0">
                <a:solidFill>
                  <a:srgbClr val="52686F"/>
                </a:solidFill>
                <a:latin typeface="DejaVu Sans"/>
                <a:ea typeface="DejaVu Sans"/>
                <a:cs typeface="DejaVu Sans"/>
              </a:defRPr>
            </a:defPPr>
            <a:lvl1pPr algn="l">
              <a:defRPr sz="1200" b="0">
                <a:solidFill>
                  <a:srgbClr val="52686F"/>
                </a:solidFill>
                <a:latin typeface="DejaVu Sans"/>
                <a:ea typeface="DejaVu Sans"/>
                <a:cs typeface="DejaVu Sans"/>
              </a:defRPr>
            </a:lvl1pPr>
            <a:lvl2pPr algn="l">
              <a:defRPr sz="1200" b="0">
                <a:solidFill>
                  <a:srgbClr val="52686F"/>
                </a:solidFill>
                <a:latin typeface="DejaVu Sans"/>
                <a:ea typeface="DejaVu Sans"/>
                <a:cs typeface="DejaVu Sans"/>
              </a:defRPr>
            </a:lvl2pPr>
            <a:lvl3pPr algn="l">
              <a:defRPr sz="1200" b="0">
                <a:solidFill>
                  <a:srgbClr val="52686F"/>
                </a:solidFill>
                <a:latin typeface="DejaVu Sans"/>
                <a:ea typeface="DejaVu Sans"/>
                <a:cs typeface="DejaVu Sans"/>
              </a:defRPr>
            </a:lvl3pPr>
            <a:lvl4pPr algn="l">
              <a:defRPr sz="1200" b="0">
                <a:solidFill>
                  <a:srgbClr val="52686F"/>
                </a:solidFill>
                <a:latin typeface="DejaVu Sans"/>
                <a:ea typeface="DejaVu Sans"/>
                <a:cs typeface="DejaVu Sans"/>
              </a:defRPr>
            </a:lvl4pPr>
            <a:lvl5pPr algn="l">
              <a:defRPr sz="1200" b="0">
                <a:solidFill>
                  <a:srgbClr val="52686F"/>
                </a:solidFill>
                <a:latin typeface="DejaVu Sans"/>
                <a:ea typeface="DejaVu Sans"/>
                <a:cs typeface="DejaVu Sans"/>
              </a:defRPr>
            </a:lvl5pPr>
            <a:lvl6pPr algn="l">
              <a:defRPr sz="1200" b="0">
                <a:solidFill>
                  <a:srgbClr val="52686F"/>
                </a:solidFill>
                <a:latin typeface="DejaVu Sans"/>
                <a:ea typeface="DejaVu Sans"/>
                <a:cs typeface="DejaVu Sans"/>
              </a:defRPr>
            </a:lvl6pPr>
            <a:lvl7pPr algn="l">
              <a:defRPr sz="1200" b="0">
                <a:solidFill>
                  <a:srgbClr val="52686F"/>
                </a:solidFill>
                <a:latin typeface="DejaVu Sans"/>
                <a:ea typeface="DejaVu Sans"/>
                <a:cs typeface="DejaVu Sans"/>
              </a:defRPr>
            </a:lvl7pPr>
            <a:lvl8pPr algn="l">
              <a:defRPr sz="1200" b="0">
                <a:solidFill>
                  <a:srgbClr val="52686F"/>
                </a:solidFill>
                <a:latin typeface="DejaVu Sans"/>
                <a:ea typeface="DejaVu Sans"/>
                <a:cs typeface="DejaVu Sans"/>
              </a:defRPr>
            </a:lvl8pPr>
            <a:lvl9pPr algn="l">
              <a:defRPr sz="1200" b="0">
                <a:solidFill>
                  <a:srgbClr val="52686F"/>
                </a:solidFill>
                <a:latin typeface="DejaVu Sans"/>
                <a:ea typeface="DejaVu Sans"/>
                <a:cs typeface="DejaVu Sans"/>
              </a:defRPr>
            </a:lvl9pPr>
          </a:lstStyle>
          <a:p xmlns:a="http://schemas.openxmlformats.org/drawingml/2006/main">
            <a:pPr algn="l">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02  Проверка и свой пример</a:t>
            </a:r>
          </a:p>
        </p:txBody>
      </p:sp>
      <p:sp>
        <p:nvSpPr>
          <p:cNvPr id="2" name="">
            <a:extLst xmlns:a="http://schemas.openxmlformats.org/drawingml/2006/main">
              <a:ext uri="{FF2B5EF4-FFF2-40B4-BE49-F238E27FC236}">
                <a16:creationId xmlns:a16="http://schemas.microsoft.com/office/drawing/2014/main" id="{72EC1F17-8A2A-4AA3-9F35-86D87BF1D5A4}"/>
              </a:ext>
            </a:extLst>
          </p:cNvPr>
          <p:cNvSpPr>
            <a:spLocks xmlns:a="http://schemas.openxmlformats.org/drawingml/2006/main" noGrp="1"/>
          </p:cNvSpPr>
          <p:nvPr/>
        </p:nvSpPr>
        <p:spPr>
          <a:xfrm xmlns:a="http://schemas.openxmlformats.org/drawingml/2006/main">
            <a:off x="609600" y="62865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3300" b="1">
                <a:solidFill>
                  <a:srgbClr val="172C33"/>
                </a:solidFill>
                <a:latin typeface="DejaVu Sans"/>
                <a:ea typeface="DejaVu Sans"/>
                <a:cs typeface="DejaVu Sans"/>
              </a:defRPr>
            </a:defPPr>
            <a:lvl1pPr algn="l">
              <a:defRPr sz="3300" b="1">
                <a:solidFill>
                  <a:srgbClr val="172C33"/>
                </a:solidFill>
                <a:latin typeface="DejaVu Sans"/>
                <a:ea typeface="DejaVu Sans"/>
                <a:cs typeface="DejaVu Sans"/>
              </a:defRPr>
            </a:lvl1pPr>
            <a:lvl2pPr algn="l">
              <a:defRPr sz="3300" b="1">
                <a:solidFill>
                  <a:srgbClr val="172C33"/>
                </a:solidFill>
                <a:latin typeface="DejaVu Sans"/>
                <a:ea typeface="DejaVu Sans"/>
                <a:cs typeface="DejaVu Sans"/>
              </a:defRPr>
            </a:lvl2pPr>
            <a:lvl3pPr algn="l">
              <a:defRPr sz="3300" b="1">
                <a:solidFill>
                  <a:srgbClr val="172C33"/>
                </a:solidFill>
                <a:latin typeface="DejaVu Sans"/>
                <a:ea typeface="DejaVu Sans"/>
                <a:cs typeface="DejaVu Sans"/>
              </a:defRPr>
            </a:lvl3pPr>
            <a:lvl4pPr algn="l">
              <a:defRPr sz="3300" b="1">
                <a:solidFill>
                  <a:srgbClr val="172C33"/>
                </a:solidFill>
                <a:latin typeface="DejaVu Sans"/>
                <a:ea typeface="DejaVu Sans"/>
                <a:cs typeface="DejaVu Sans"/>
              </a:defRPr>
            </a:lvl4pPr>
            <a:lvl5pPr algn="l">
              <a:defRPr sz="3300" b="1">
                <a:solidFill>
                  <a:srgbClr val="172C33"/>
                </a:solidFill>
                <a:latin typeface="DejaVu Sans"/>
                <a:ea typeface="DejaVu Sans"/>
                <a:cs typeface="DejaVu Sans"/>
              </a:defRPr>
            </a:lvl5pPr>
            <a:lvl6pPr algn="l">
              <a:defRPr sz="3300" b="1">
                <a:solidFill>
                  <a:srgbClr val="172C33"/>
                </a:solidFill>
                <a:latin typeface="DejaVu Sans"/>
                <a:ea typeface="DejaVu Sans"/>
                <a:cs typeface="DejaVu Sans"/>
              </a:defRPr>
            </a:lvl6pPr>
            <a:lvl7pPr algn="l">
              <a:defRPr sz="3300" b="1">
                <a:solidFill>
                  <a:srgbClr val="172C33"/>
                </a:solidFill>
                <a:latin typeface="DejaVu Sans"/>
                <a:ea typeface="DejaVu Sans"/>
                <a:cs typeface="DejaVu Sans"/>
              </a:defRPr>
            </a:lvl7pPr>
            <a:lvl8pPr algn="l">
              <a:defRPr sz="3300" b="1">
                <a:solidFill>
                  <a:srgbClr val="172C33"/>
                </a:solidFill>
                <a:latin typeface="DejaVu Sans"/>
                <a:ea typeface="DejaVu Sans"/>
                <a:cs typeface="DejaVu Sans"/>
              </a:defRPr>
            </a:lvl8pPr>
            <a:lvl9pPr algn="l">
              <a:defRPr sz="3300" b="1">
                <a:solidFill>
                  <a:srgbClr val="172C33"/>
                </a:solidFill>
                <a:latin typeface="DejaVu Sans"/>
                <a:ea typeface="DejaVu Sans"/>
                <a:cs typeface="DejaVu Sans"/>
              </a:defRPr>
            </a:lvl9pPr>
          </a:lstStyle>
          <a:p xmlns:a="http://schemas.openxmlformats.org/drawingml/2006/main">
            <a:pPr algn="l">
              <a:defRPr sz="3300" b="1">
                <a:solidFill>
                  <a:srgbClr val="172C33"/>
                </a:solidFill>
                <a:latin typeface="DejaVu Sans"/>
                <a:ea typeface="DejaVu Sans"/>
                <a:cs typeface="DejaVu Sans"/>
              </a:defRPr>
            </a:pPr>
            <a:r>
              <a:rPr sz="3300" b="1">
                <a:solidFill>
                  <a:srgbClr val="172C33"/>
                </a:solidFill>
                <a:latin typeface="DejaVu Sans"/>
                <a:ea typeface="DejaVu Sans"/>
                <a:cs typeface="DejaVu Sans"/>
              </a:rPr>
              <a:t>Готовность к практике</a:t>
            </a:r>
          </a:p>
        </p:txBody>
      </p:sp>
      <p:sp>
        <p:nvSpPr>
          <p:cNvPr id="3" name="">
            <a:extLst xmlns:a="http://schemas.openxmlformats.org/drawingml/2006/main">
              <a:ext uri="{FF2B5EF4-FFF2-40B4-BE49-F238E27FC236}">
                <a16:creationId xmlns:a16="http://schemas.microsoft.com/office/drawing/2014/main" id="{1E1D2629-F10B-4CDF-9B26-3B3822656C55}"/>
              </a:ext>
            </a:extLst>
          </p:cNvPr>
          <p:cNvSpPr>
            <a:spLocks xmlns:a="http://schemas.openxmlformats.org/drawingml/2006/main" noGrp="1"/>
          </p:cNvSpPr>
          <p:nvPr/>
        </p:nvSpPr>
        <p:spPr>
          <a:xfrm xmlns:a="http://schemas.openxmlformats.org/drawingml/2006/main">
            <a:off x="628650" y="1733550"/>
            <a:ext cx="10934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950" b="0">
                <a:solidFill>
                  <a:srgbClr val="52686F"/>
                </a:solidFill>
                <a:latin typeface="DejaVu Sans"/>
                <a:ea typeface="DejaVu Sans"/>
                <a:cs typeface="DejaVu Sans"/>
              </a:defRPr>
            </a:defPPr>
            <a:lvl1pPr algn="l">
              <a:defRPr sz="1950" b="0">
                <a:solidFill>
                  <a:srgbClr val="52686F"/>
                </a:solidFill>
                <a:latin typeface="DejaVu Sans"/>
                <a:ea typeface="DejaVu Sans"/>
                <a:cs typeface="DejaVu Sans"/>
              </a:defRPr>
            </a:lvl1pPr>
            <a:lvl2pPr algn="l">
              <a:defRPr sz="1950" b="0">
                <a:solidFill>
                  <a:srgbClr val="52686F"/>
                </a:solidFill>
                <a:latin typeface="DejaVu Sans"/>
                <a:ea typeface="DejaVu Sans"/>
                <a:cs typeface="DejaVu Sans"/>
              </a:defRPr>
            </a:lvl2pPr>
            <a:lvl3pPr algn="l">
              <a:defRPr sz="1950" b="0">
                <a:solidFill>
                  <a:srgbClr val="52686F"/>
                </a:solidFill>
                <a:latin typeface="DejaVu Sans"/>
                <a:ea typeface="DejaVu Sans"/>
                <a:cs typeface="DejaVu Sans"/>
              </a:defRPr>
            </a:lvl3pPr>
            <a:lvl4pPr algn="l">
              <a:defRPr sz="1950" b="0">
                <a:solidFill>
                  <a:srgbClr val="52686F"/>
                </a:solidFill>
                <a:latin typeface="DejaVu Sans"/>
                <a:ea typeface="DejaVu Sans"/>
                <a:cs typeface="DejaVu Sans"/>
              </a:defRPr>
            </a:lvl4pPr>
            <a:lvl5pPr algn="l">
              <a:defRPr sz="1950" b="0">
                <a:solidFill>
                  <a:srgbClr val="52686F"/>
                </a:solidFill>
                <a:latin typeface="DejaVu Sans"/>
                <a:ea typeface="DejaVu Sans"/>
                <a:cs typeface="DejaVu Sans"/>
              </a:defRPr>
            </a:lvl5pPr>
            <a:lvl6pPr algn="l">
              <a:defRPr sz="1950" b="0">
                <a:solidFill>
                  <a:srgbClr val="52686F"/>
                </a:solidFill>
                <a:latin typeface="DejaVu Sans"/>
                <a:ea typeface="DejaVu Sans"/>
                <a:cs typeface="DejaVu Sans"/>
              </a:defRPr>
            </a:lvl6pPr>
            <a:lvl7pPr algn="l">
              <a:defRPr sz="1950" b="0">
                <a:solidFill>
                  <a:srgbClr val="52686F"/>
                </a:solidFill>
                <a:latin typeface="DejaVu Sans"/>
                <a:ea typeface="DejaVu Sans"/>
                <a:cs typeface="DejaVu Sans"/>
              </a:defRPr>
            </a:lvl7pPr>
            <a:lvl8pPr algn="l">
              <a:defRPr sz="1950" b="0">
                <a:solidFill>
                  <a:srgbClr val="52686F"/>
                </a:solidFill>
                <a:latin typeface="DejaVu Sans"/>
                <a:ea typeface="DejaVu Sans"/>
                <a:cs typeface="DejaVu Sans"/>
              </a:defRPr>
            </a:lvl8pPr>
            <a:lvl9pPr algn="l">
              <a:defRPr sz="1950" b="0">
                <a:solidFill>
                  <a:srgbClr val="52686F"/>
                </a:solidFill>
                <a:latin typeface="DejaVu Sans"/>
                <a:ea typeface="DejaVu Sans"/>
                <a:cs typeface="DejaVu Sans"/>
              </a:defRPr>
            </a:lvl9pPr>
          </a:lstStyle>
          <a:p xmlns:a="http://schemas.openxmlformats.org/drawingml/2006/main">
            <a:pPr algn="l">
              <a:defRPr sz="1950" b="0">
                <a:solidFill>
                  <a:srgbClr val="52686F"/>
                </a:solidFill>
                <a:latin typeface="DejaVu Sans"/>
                <a:ea typeface="DejaVu Sans"/>
                <a:cs typeface="DejaVu Sans"/>
              </a:defRPr>
            </a:pPr>
            <a:r>
              <a:rPr sz="1950" b="0">
                <a:solidFill>
                  <a:srgbClr val="52686F"/>
                </a:solidFill>
                <a:latin typeface="DejaVu Sans"/>
                <a:ea typeface="DejaVu Sans"/>
                <a:cs typeface="DejaVu Sans"/>
              </a:rPr>
              <a:t>Каждый участник показывает действие и объясняет результат.</a:t>
            </a:r>
          </a:p>
        </p:txBody>
      </p:sp>
      <p:sp>
        <p:nvSpPr>
          <p:cNvPr id="4" name="">
            <a:extLst xmlns:a="http://schemas.openxmlformats.org/drawingml/2006/main">
              <a:ext uri="{FF2B5EF4-FFF2-40B4-BE49-F238E27FC236}">
                <a16:creationId xmlns:a16="http://schemas.microsoft.com/office/drawing/2014/main" id="{B499D05F-C296-4C49-849D-3713B380B26E}"/>
              </a:ext>
            </a:extLst>
          </p:cNvPr>
          <p:cNvSpPr>
            <a:spLocks xmlns:a="http://schemas.openxmlformats.org/drawingml/2006/main" noGrp="1"/>
          </p:cNvSpPr>
          <p:nvPr/>
        </p:nvSpPr>
        <p:spPr>
          <a:xfrm xmlns:a="http://schemas.openxmlformats.org/drawingml/2006/main">
            <a:off x="762000" y="2667000"/>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89D70342-B5EC-464A-BBF7-E9233C4F88B9}"/>
              </a:ext>
            </a:extLst>
          </p:cNvPr>
          <p:cNvSpPr>
            <a:spLocks xmlns:a="http://schemas.openxmlformats.org/drawingml/2006/main" noGrp="1"/>
          </p:cNvSpPr>
          <p:nvPr/>
        </p:nvSpPr>
        <p:spPr>
          <a:xfrm xmlns:a="http://schemas.openxmlformats.org/drawingml/2006/main">
            <a:off x="952500" y="3762375"/>
            <a:ext cx="2071688"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6" name="">
            <a:extLst xmlns:a="http://schemas.openxmlformats.org/drawingml/2006/main">
              <a:ext uri="{FF2B5EF4-FFF2-40B4-BE49-F238E27FC236}">
                <a16:creationId xmlns:a16="http://schemas.microsoft.com/office/drawing/2014/main" id="{1BDC5EBC-8376-4ADC-80DD-807E5DE468B8}"/>
              </a:ext>
            </a:extLst>
          </p:cNvPr>
          <p:cNvSpPr>
            <a:spLocks xmlns:a="http://schemas.openxmlformats.org/drawingml/2006/main" noGrp="1"/>
          </p:cNvSpPr>
          <p:nvPr/>
        </p:nvSpPr>
        <p:spPr>
          <a:xfrm xmlns:a="http://schemas.openxmlformats.org/drawingml/2006/main">
            <a:off x="762000" y="3952875"/>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Запустить</a:t>
            </a:r>
          </a:p>
        </p:txBody>
      </p:sp>
      <p:sp>
        <p:nvSpPr>
          <p:cNvPr id="7" name="">
            <a:extLst xmlns:a="http://schemas.openxmlformats.org/drawingml/2006/main">
              <a:ext uri="{FF2B5EF4-FFF2-40B4-BE49-F238E27FC236}">
                <a16:creationId xmlns:a16="http://schemas.microsoft.com/office/drawing/2014/main" id="{FBEE6FF1-61A2-466B-A55D-A0423D606B74}"/>
              </a:ext>
            </a:extLst>
          </p:cNvPr>
          <p:cNvSpPr>
            <a:spLocks xmlns:a="http://schemas.openxmlformats.org/drawingml/2006/main" noGrp="1"/>
          </p:cNvSpPr>
          <p:nvPr/>
        </p:nvSpPr>
        <p:spPr>
          <a:xfrm xmlns:a="http://schemas.openxmlformats.org/drawingml/2006/main">
            <a:off x="3500438" y="2667000"/>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2</a:t>
            </a:r>
          </a:p>
        </p:txBody>
      </p:sp>
      <p:sp>
        <p:nvSpPr>
          <p:cNvPr id="8" name="">
            <a:extLst xmlns:a="http://schemas.openxmlformats.org/drawingml/2006/main">
              <a:ext uri="{FF2B5EF4-FFF2-40B4-BE49-F238E27FC236}">
                <a16:creationId xmlns:a16="http://schemas.microsoft.com/office/drawing/2014/main" id="{7CD43CA0-85A8-4A8D-81A7-BEFBFBE03DEA}"/>
              </a:ext>
            </a:extLst>
          </p:cNvPr>
          <p:cNvSpPr>
            <a:spLocks xmlns:a="http://schemas.openxmlformats.org/drawingml/2006/main" noGrp="1"/>
          </p:cNvSpPr>
          <p:nvPr/>
        </p:nvSpPr>
        <p:spPr>
          <a:xfrm xmlns:a="http://schemas.openxmlformats.org/drawingml/2006/main">
            <a:off x="3690938" y="3762375"/>
            <a:ext cx="2071688"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9" name="">
            <a:extLst xmlns:a="http://schemas.openxmlformats.org/drawingml/2006/main">
              <a:ext uri="{FF2B5EF4-FFF2-40B4-BE49-F238E27FC236}">
                <a16:creationId xmlns:a16="http://schemas.microsoft.com/office/drawing/2014/main" id="{38824B76-E4F6-481D-8E83-E12273EACF1C}"/>
              </a:ext>
            </a:extLst>
          </p:cNvPr>
          <p:cNvSpPr>
            <a:spLocks xmlns:a="http://schemas.openxmlformats.org/drawingml/2006/main" noGrp="1"/>
          </p:cNvSpPr>
          <p:nvPr/>
        </p:nvSpPr>
        <p:spPr>
          <a:xfrm xmlns:a="http://schemas.openxmlformats.org/drawingml/2006/main">
            <a:off x="3500438" y="3952875"/>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Изменить правило</a:t>
            </a:r>
          </a:p>
        </p:txBody>
      </p:sp>
      <p:sp>
        <p:nvSpPr>
          <p:cNvPr id="10" name="">
            <a:extLst xmlns:a="http://schemas.openxmlformats.org/drawingml/2006/main">
              <a:ext uri="{FF2B5EF4-FFF2-40B4-BE49-F238E27FC236}">
                <a16:creationId xmlns:a16="http://schemas.microsoft.com/office/drawing/2014/main" id="{EAB23B2C-301A-45BA-B973-8EE5C014B6AE}"/>
              </a:ext>
            </a:extLst>
          </p:cNvPr>
          <p:cNvSpPr>
            <a:spLocks xmlns:a="http://schemas.openxmlformats.org/drawingml/2006/main" noGrp="1"/>
          </p:cNvSpPr>
          <p:nvPr/>
        </p:nvSpPr>
        <p:spPr>
          <a:xfrm xmlns:a="http://schemas.openxmlformats.org/drawingml/2006/main">
            <a:off x="6238875" y="2667000"/>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60EBA14E-6D73-469F-A3AD-6DC8299F8C17}"/>
              </a:ext>
            </a:extLst>
          </p:cNvPr>
          <p:cNvSpPr>
            <a:spLocks xmlns:a="http://schemas.openxmlformats.org/drawingml/2006/main" noGrp="1"/>
          </p:cNvSpPr>
          <p:nvPr/>
        </p:nvSpPr>
        <p:spPr>
          <a:xfrm xmlns:a="http://schemas.openxmlformats.org/drawingml/2006/main">
            <a:off x="6429375" y="3762375"/>
            <a:ext cx="2071688"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12" name="">
            <a:extLst xmlns:a="http://schemas.openxmlformats.org/drawingml/2006/main">
              <a:ext uri="{FF2B5EF4-FFF2-40B4-BE49-F238E27FC236}">
                <a16:creationId xmlns:a16="http://schemas.microsoft.com/office/drawing/2014/main" id="{96BF004D-15ED-48A5-A083-73819D43043E}"/>
              </a:ext>
            </a:extLst>
          </p:cNvPr>
          <p:cNvSpPr>
            <a:spLocks xmlns:a="http://schemas.openxmlformats.org/drawingml/2006/main" noGrp="1"/>
          </p:cNvSpPr>
          <p:nvPr/>
        </p:nvSpPr>
        <p:spPr>
          <a:xfrm xmlns:a="http://schemas.openxmlformats.org/drawingml/2006/main">
            <a:off x="6238875" y="3952875"/>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Проверить случаи</a:t>
            </a:r>
          </a:p>
        </p:txBody>
      </p:sp>
      <p:sp>
        <p:nvSpPr>
          <p:cNvPr id="13" name="">
            <a:extLst xmlns:a="http://schemas.openxmlformats.org/drawingml/2006/main">
              <a:ext uri="{FF2B5EF4-FFF2-40B4-BE49-F238E27FC236}">
                <a16:creationId xmlns:a16="http://schemas.microsoft.com/office/drawing/2014/main" id="{0A9FC7E2-B516-4F9C-820A-C64D52DEE8F1}"/>
              </a:ext>
            </a:extLst>
          </p:cNvPr>
          <p:cNvSpPr>
            <a:spLocks xmlns:a="http://schemas.openxmlformats.org/drawingml/2006/main" noGrp="1"/>
          </p:cNvSpPr>
          <p:nvPr/>
        </p:nvSpPr>
        <p:spPr>
          <a:xfrm xmlns:a="http://schemas.openxmlformats.org/drawingml/2006/main">
            <a:off x="8977313" y="2667000"/>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4350" b="1">
                <a:solidFill>
                  <a:srgbClr val="6756A0"/>
                </a:solidFill>
                <a:latin typeface="DejaVu Sans"/>
                <a:ea typeface="DejaVu Sans"/>
                <a:cs typeface="DejaVu Sans"/>
              </a:defRPr>
            </a:defPPr>
            <a:lvl1pPr algn="ctr">
              <a:defRPr sz="4350" b="1">
                <a:solidFill>
                  <a:srgbClr val="6756A0"/>
                </a:solidFill>
                <a:latin typeface="DejaVu Sans"/>
                <a:ea typeface="DejaVu Sans"/>
                <a:cs typeface="DejaVu Sans"/>
              </a:defRPr>
            </a:lvl1pPr>
            <a:lvl2pPr algn="ctr">
              <a:defRPr sz="4350" b="1">
                <a:solidFill>
                  <a:srgbClr val="6756A0"/>
                </a:solidFill>
                <a:latin typeface="DejaVu Sans"/>
                <a:ea typeface="DejaVu Sans"/>
                <a:cs typeface="DejaVu Sans"/>
              </a:defRPr>
            </a:lvl2pPr>
            <a:lvl3pPr algn="ctr">
              <a:defRPr sz="4350" b="1">
                <a:solidFill>
                  <a:srgbClr val="6756A0"/>
                </a:solidFill>
                <a:latin typeface="DejaVu Sans"/>
                <a:ea typeface="DejaVu Sans"/>
                <a:cs typeface="DejaVu Sans"/>
              </a:defRPr>
            </a:lvl3pPr>
            <a:lvl4pPr algn="ctr">
              <a:defRPr sz="4350" b="1">
                <a:solidFill>
                  <a:srgbClr val="6756A0"/>
                </a:solidFill>
                <a:latin typeface="DejaVu Sans"/>
                <a:ea typeface="DejaVu Sans"/>
                <a:cs typeface="DejaVu Sans"/>
              </a:defRPr>
            </a:lvl4pPr>
            <a:lvl5pPr algn="ctr">
              <a:defRPr sz="4350" b="1">
                <a:solidFill>
                  <a:srgbClr val="6756A0"/>
                </a:solidFill>
                <a:latin typeface="DejaVu Sans"/>
                <a:ea typeface="DejaVu Sans"/>
                <a:cs typeface="DejaVu Sans"/>
              </a:defRPr>
            </a:lvl5pPr>
            <a:lvl6pPr algn="ctr">
              <a:defRPr sz="4350" b="1">
                <a:solidFill>
                  <a:srgbClr val="6756A0"/>
                </a:solidFill>
                <a:latin typeface="DejaVu Sans"/>
                <a:ea typeface="DejaVu Sans"/>
                <a:cs typeface="DejaVu Sans"/>
              </a:defRPr>
            </a:lvl6pPr>
            <a:lvl7pPr algn="ctr">
              <a:defRPr sz="4350" b="1">
                <a:solidFill>
                  <a:srgbClr val="6756A0"/>
                </a:solidFill>
                <a:latin typeface="DejaVu Sans"/>
                <a:ea typeface="DejaVu Sans"/>
                <a:cs typeface="DejaVu Sans"/>
              </a:defRPr>
            </a:lvl7pPr>
            <a:lvl8pPr algn="ctr">
              <a:defRPr sz="4350" b="1">
                <a:solidFill>
                  <a:srgbClr val="6756A0"/>
                </a:solidFill>
                <a:latin typeface="DejaVu Sans"/>
                <a:ea typeface="DejaVu Sans"/>
                <a:cs typeface="DejaVu Sans"/>
              </a:defRPr>
            </a:lvl8pPr>
            <a:lvl9pPr algn="ctr">
              <a:defRPr sz="4350" b="1">
                <a:solidFill>
                  <a:srgbClr val="6756A0"/>
                </a:solidFill>
                <a:latin typeface="DejaVu Sans"/>
                <a:ea typeface="DejaVu Sans"/>
                <a:cs typeface="DejaVu Sans"/>
              </a:defRPr>
            </a:lvl9pPr>
          </a:lstStyle>
          <a:p xmlns:a="http://schemas.openxmlformats.org/drawingml/2006/main">
            <a:pPr algn="ctr">
              <a:defRPr sz="4350" b="1">
                <a:solidFill>
                  <a:srgbClr val="6756A0"/>
                </a:solidFill>
                <a:latin typeface="DejaVu Sans"/>
                <a:ea typeface="DejaVu Sans"/>
                <a:cs typeface="DejaVu Sans"/>
              </a:defRPr>
            </a:pPr>
            <a:r>
              <a:rPr sz="4350" b="1">
                <a:solidFill>
                  <a:srgbClr val="6756A0"/>
                </a:solidFill>
                <a:latin typeface="DejaVu Sans"/>
                <a:ea typeface="DejaVu Sans"/>
                <a:cs typeface="DejaVu Sans"/>
              </a:rPr>
              <a:t>4</a:t>
            </a:r>
          </a:p>
        </p:txBody>
      </p:sp>
      <p:sp>
        <p:nvSpPr>
          <p:cNvPr id="14" name="">
            <a:extLst xmlns:a="http://schemas.openxmlformats.org/drawingml/2006/main">
              <a:ext uri="{FF2B5EF4-FFF2-40B4-BE49-F238E27FC236}">
                <a16:creationId xmlns:a16="http://schemas.microsoft.com/office/drawing/2014/main" id="{1B1F2372-CA3B-46C6-8FB4-4CE9BBAAA6A2}"/>
              </a:ext>
            </a:extLst>
          </p:cNvPr>
          <p:cNvSpPr>
            <a:spLocks xmlns:a="http://schemas.openxmlformats.org/drawingml/2006/main" noGrp="1"/>
          </p:cNvSpPr>
          <p:nvPr/>
        </p:nvSpPr>
        <p:spPr>
          <a:xfrm xmlns:a="http://schemas.openxmlformats.org/drawingml/2006/main">
            <a:off x="9167813" y="3762375"/>
            <a:ext cx="2071688" cy="0"/>
          </a:xfrm>
          <a:prstGeom xmlns:a="http://schemas.openxmlformats.org/drawingml/2006/main" prst="line">
            <a:avLst/>
          </a:prstGeom>
          <a:noFill xmlns:a="http://schemas.openxmlformats.org/drawingml/2006/main"/>
          <a:ln xmlns:a="http://schemas.openxmlformats.org/drawingml/2006/main" w="19050">
            <a:solidFill>
              <a:srgbClr val="6756A0"/>
            </a:solidFill>
            <a:prstDash val="solid"/>
          </a:ln>
        </p:spPr>
      </p:sp>
      <p:sp>
        <p:nvSpPr>
          <p:cNvPr id="15" name="">
            <a:extLst xmlns:a="http://schemas.openxmlformats.org/drawingml/2006/main">
              <a:ext uri="{FF2B5EF4-FFF2-40B4-BE49-F238E27FC236}">
                <a16:creationId xmlns:a16="http://schemas.microsoft.com/office/drawing/2014/main" id="{4E225C19-44AF-46C5-908F-3AC9DB0B1D46}"/>
              </a:ext>
            </a:extLst>
          </p:cNvPr>
          <p:cNvSpPr>
            <a:spLocks xmlns:a="http://schemas.openxmlformats.org/drawingml/2006/main" noGrp="1"/>
          </p:cNvSpPr>
          <p:nvPr/>
        </p:nvSpPr>
        <p:spPr>
          <a:xfrm xmlns:a="http://schemas.openxmlformats.org/drawingml/2006/main">
            <a:off x="8977313" y="3952875"/>
            <a:ext cx="2452688"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025" b="1">
                <a:solidFill>
                  <a:srgbClr val="172C33"/>
                </a:solidFill>
                <a:latin typeface="DejaVu Sans"/>
                <a:ea typeface="DejaVu Sans"/>
                <a:cs typeface="DejaVu Sans"/>
              </a:defRPr>
            </a:defPPr>
            <a:lvl1pPr algn="ctr">
              <a:defRPr sz="2025" b="1">
                <a:solidFill>
                  <a:srgbClr val="172C33"/>
                </a:solidFill>
                <a:latin typeface="DejaVu Sans"/>
                <a:ea typeface="DejaVu Sans"/>
                <a:cs typeface="DejaVu Sans"/>
              </a:defRPr>
            </a:lvl1pPr>
            <a:lvl2pPr algn="ctr">
              <a:defRPr sz="2025" b="1">
                <a:solidFill>
                  <a:srgbClr val="172C33"/>
                </a:solidFill>
                <a:latin typeface="DejaVu Sans"/>
                <a:ea typeface="DejaVu Sans"/>
                <a:cs typeface="DejaVu Sans"/>
              </a:defRPr>
            </a:lvl2pPr>
            <a:lvl3pPr algn="ctr">
              <a:defRPr sz="2025" b="1">
                <a:solidFill>
                  <a:srgbClr val="172C33"/>
                </a:solidFill>
                <a:latin typeface="DejaVu Sans"/>
                <a:ea typeface="DejaVu Sans"/>
                <a:cs typeface="DejaVu Sans"/>
              </a:defRPr>
            </a:lvl3pPr>
            <a:lvl4pPr algn="ctr">
              <a:defRPr sz="2025" b="1">
                <a:solidFill>
                  <a:srgbClr val="172C33"/>
                </a:solidFill>
                <a:latin typeface="DejaVu Sans"/>
                <a:ea typeface="DejaVu Sans"/>
                <a:cs typeface="DejaVu Sans"/>
              </a:defRPr>
            </a:lvl4pPr>
            <a:lvl5pPr algn="ctr">
              <a:defRPr sz="2025" b="1">
                <a:solidFill>
                  <a:srgbClr val="172C33"/>
                </a:solidFill>
                <a:latin typeface="DejaVu Sans"/>
                <a:ea typeface="DejaVu Sans"/>
                <a:cs typeface="DejaVu Sans"/>
              </a:defRPr>
            </a:lvl5pPr>
            <a:lvl6pPr algn="ctr">
              <a:defRPr sz="2025" b="1">
                <a:solidFill>
                  <a:srgbClr val="172C33"/>
                </a:solidFill>
                <a:latin typeface="DejaVu Sans"/>
                <a:ea typeface="DejaVu Sans"/>
                <a:cs typeface="DejaVu Sans"/>
              </a:defRPr>
            </a:lvl6pPr>
            <a:lvl7pPr algn="ctr">
              <a:defRPr sz="2025" b="1">
                <a:solidFill>
                  <a:srgbClr val="172C33"/>
                </a:solidFill>
                <a:latin typeface="DejaVu Sans"/>
                <a:ea typeface="DejaVu Sans"/>
                <a:cs typeface="DejaVu Sans"/>
              </a:defRPr>
            </a:lvl7pPr>
            <a:lvl8pPr algn="ctr">
              <a:defRPr sz="2025" b="1">
                <a:solidFill>
                  <a:srgbClr val="172C33"/>
                </a:solidFill>
                <a:latin typeface="DejaVu Sans"/>
                <a:ea typeface="DejaVu Sans"/>
                <a:cs typeface="DejaVu Sans"/>
              </a:defRPr>
            </a:lvl8pPr>
            <a:lvl9pPr algn="ctr">
              <a:defRPr sz="2025" b="1">
                <a:solidFill>
                  <a:srgbClr val="172C33"/>
                </a:solidFill>
                <a:latin typeface="DejaVu Sans"/>
                <a:ea typeface="DejaVu Sans"/>
                <a:cs typeface="DejaVu Sans"/>
              </a:defRPr>
            </a:lvl9pPr>
          </a:lstStyle>
          <a:p xmlns:a="http://schemas.openxmlformats.org/drawingml/2006/main">
            <a:pPr algn="ctr">
              <a:defRPr sz="2025" b="1">
                <a:solidFill>
                  <a:srgbClr val="172C33"/>
                </a:solidFill>
                <a:latin typeface="DejaVu Sans"/>
                <a:ea typeface="DejaVu Sans"/>
                <a:cs typeface="DejaVu Sans"/>
              </a:defRPr>
            </a:pPr>
            <a:r>
              <a:rPr sz="2025" b="1">
                <a:solidFill>
                  <a:srgbClr val="172C33"/>
                </a:solidFill>
                <a:latin typeface="DejaVu Sans"/>
                <a:ea typeface="DejaVu Sans"/>
                <a:cs typeface="DejaVu Sans"/>
              </a:rPr>
              <a:t>Объяснить границу</a:t>
            </a:r>
          </a:p>
        </p:txBody>
      </p:sp>
      <p:sp>
        <p:nvSpPr>
          <p:cNvPr id="16" name="">
            <a:extLst xmlns:a="http://schemas.openxmlformats.org/drawingml/2006/main">
              <a:ext uri="{FF2B5EF4-FFF2-40B4-BE49-F238E27FC236}">
                <a16:creationId xmlns:a16="http://schemas.microsoft.com/office/drawing/2014/main" id="{B3ACD921-E0A3-4495-919C-80BA0EDE2111}"/>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19050">
            <a:solidFill>
              <a:srgbClr val="B3C8C3"/>
            </a:solidFill>
            <a:prstDash val="solid"/>
          </a:ln>
        </p:spPr>
      </p:sp>
      <p:sp>
        <p:nvSpPr>
          <p:cNvPr id="17" name="">
            <a:extLst xmlns:a="http://schemas.openxmlformats.org/drawingml/2006/main">
              <a:ext uri="{FF2B5EF4-FFF2-40B4-BE49-F238E27FC236}">
                <a16:creationId xmlns:a16="http://schemas.microsoft.com/office/drawing/2014/main" id="{BD13F235-78B2-403A-BD6A-1AA734B77490}"/>
              </a:ext>
            </a:extLst>
          </p:cNvPr>
          <p:cNvSpPr>
            <a:spLocks xmlns:a="http://schemas.openxmlformats.org/drawingml/2006/main" noGrp="1"/>
          </p:cNvSpPr>
          <p:nvPr/>
        </p:nvSpPr>
        <p:spPr>
          <a:xfrm xmlns:a="http://schemas.openxmlformats.org/drawingml/2006/main">
            <a:off x="628650" y="590550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l">
              <a:defRPr sz="1875" b="1">
                <a:solidFill>
                  <a:srgbClr val="172C33"/>
                </a:solidFill>
                <a:latin typeface="DejaVu Sans"/>
                <a:ea typeface="DejaVu Sans"/>
                <a:cs typeface="DejaVu Sans"/>
              </a:defRPr>
            </a:defPPr>
            <a:lvl1pPr algn="l">
              <a:defRPr sz="1875" b="1">
                <a:solidFill>
                  <a:srgbClr val="172C33"/>
                </a:solidFill>
                <a:latin typeface="DejaVu Sans"/>
                <a:ea typeface="DejaVu Sans"/>
                <a:cs typeface="DejaVu Sans"/>
              </a:defRPr>
            </a:lvl1pPr>
            <a:lvl2pPr algn="l">
              <a:defRPr sz="1875" b="1">
                <a:solidFill>
                  <a:srgbClr val="172C33"/>
                </a:solidFill>
                <a:latin typeface="DejaVu Sans"/>
                <a:ea typeface="DejaVu Sans"/>
                <a:cs typeface="DejaVu Sans"/>
              </a:defRPr>
            </a:lvl2pPr>
            <a:lvl3pPr algn="l">
              <a:defRPr sz="1875" b="1">
                <a:solidFill>
                  <a:srgbClr val="172C33"/>
                </a:solidFill>
                <a:latin typeface="DejaVu Sans"/>
                <a:ea typeface="DejaVu Sans"/>
                <a:cs typeface="DejaVu Sans"/>
              </a:defRPr>
            </a:lvl3pPr>
            <a:lvl4pPr algn="l">
              <a:defRPr sz="1875" b="1">
                <a:solidFill>
                  <a:srgbClr val="172C33"/>
                </a:solidFill>
                <a:latin typeface="DejaVu Sans"/>
                <a:ea typeface="DejaVu Sans"/>
                <a:cs typeface="DejaVu Sans"/>
              </a:defRPr>
            </a:lvl4pPr>
            <a:lvl5pPr algn="l">
              <a:defRPr sz="1875" b="1">
                <a:solidFill>
                  <a:srgbClr val="172C33"/>
                </a:solidFill>
                <a:latin typeface="DejaVu Sans"/>
                <a:ea typeface="DejaVu Sans"/>
                <a:cs typeface="DejaVu Sans"/>
              </a:defRPr>
            </a:lvl5pPr>
            <a:lvl6pPr algn="l">
              <a:defRPr sz="1875" b="1">
                <a:solidFill>
                  <a:srgbClr val="172C33"/>
                </a:solidFill>
                <a:latin typeface="DejaVu Sans"/>
                <a:ea typeface="DejaVu Sans"/>
                <a:cs typeface="DejaVu Sans"/>
              </a:defRPr>
            </a:lvl6pPr>
            <a:lvl7pPr algn="l">
              <a:defRPr sz="1875" b="1">
                <a:solidFill>
                  <a:srgbClr val="172C33"/>
                </a:solidFill>
                <a:latin typeface="DejaVu Sans"/>
                <a:ea typeface="DejaVu Sans"/>
                <a:cs typeface="DejaVu Sans"/>
              </a:defRPr>
            </a:lvl7pPr>
            <a:lvl8pPr algn="l">
              <a:defRPr sz="1875" b="1">
                <a:solidFill>
                  <a:srgbClr val="172C33"/>
                </a:solidFill>
                <a:latin typeface="DejaVu Sans"/>
                <a:ea typeface="DejaVu Sans"/>
                <a:cs typeface="DejaVu Sans"/>
              </a:defRPr>
            </a:lvl8pPr>
            <a:lvl9pPr algn="l">
              <a:defRPr sz="1875" b="1">
                <a:solidFill>
                  <a:srgbClr val="172C33"/>
                </a:solidFill>
                <a:latin typeface="DejaVu Sans"/>
                <a:ea typeface="DejaVu Sans"/>
                <a:cs typeface="DejaVu Sans"/>
              </a:defRPr>
            </a:lvl9pPr>
          </a:lstStyle>
          <a:p xmlns:a="http://schemas.openxmlformats.org/drawingml/2006/main">
            <a:pPr algn="l">
              <a:defRPr sz="1875" b="1">
                <a:solidFill>
                  <a:srgbClr val="172C33"/>
                </a:solidFill>
                <a:latin typeface="DejaVu Sans"/>
                <a:ea typeface="DejaVu Sans"/>
                <a:cs typeface="DejaVu Sans"/>
              </a:defRPr>
            </a:pPr>
            <a:r>
              <a:rPr sz="1875" b="1">
                <a:solidFill>
                  <a:srgbClr val="172C33"/>
                </a:solidFill>
                <a:latin typeface="DejaVu Sans"/>
                <a:ea typeface="DejaVu Sans"/>
                <a:cs typeface="DejaVu Sans"/>
              </a:rPr>
              <a:t>Следующий шаг: START-HERE.md и четыре практических блока.</a:t>
            </a:r>
          </a:p>
        </p:txBody>
      </p:sp>
      <p:sp>
        <p:nvSpPr>
          <p:cNvPr id="18" name="">
            <a:extLst xmlns:a="http://schemas.openxmlformats.org/drawingml/2006/main">
              <a:ext uri="{FF2B5EF4-FFF2-40B4-BE49-F238E27FC236}">
                <a16:creationId xmlns:a16="http://schemas.microsoft.com/office/drawing/2014/main" id="{23A07966-2999-40BB-8052-BBBBE1508532}"/>
              </a:ext>
            </a:extLst>
          </p:cNvPr>
          <p:cNvSpPr>
            <a:spLocks xmlns:a="http://schemas.openxmlformats.org/drawingml/2006/main" noGrp="1"/>
          </p:cNvSpPr>
          <p:nvPr/>
        </p:nvSpPr>
        <p:spPr>
          <a:xfrm xmlns:a="http://schemas.openxmlformats.org/drawingml/2006/main">
            <a:off x="11001375" y="647700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r">
              <a:defRPr sz="1200" b="0">
                <a:solidFill>
                  <a:srgbClr val="52686F"/>
                </a:solidFill>
                <a:latin typeface="DejaVu Sans"/>
                <a:ea typeface="DejaVu Sans"/>
                <a:cs typeface="DejaVu Sans"/>
              </a:defRPr>
            </a:defPPr>
            <a:lvl1pPr algn="r">
              <a:defRPr sz="1200" b="0">
                <a:solidFill>
                  <a:srgbClr val="52686F"/>
                </a:solidFill>
                <a:latin typeface="DejaVu Sans"/>
                <a:ea typeface="DejaVu Sans"/>
                <a:cs typeface="DejaVu Sans"/>
              </a:defRPr>
            </a:lvl1pPr>
            <a:lvl2pPr algn="r">
              <a:defRPr sz="1200" b="0">
                <a:solidFill>
                  <a:srgbClr val="52686F"/>
                </a:solidFill>
                <a:latin typeface="DejaVu Sans"/>
                <a:ea typeface="DejaVu Sans"/>
                <a:cs typeface="DejaVu Sans"/>
              </a:defRPr>
            </a:lvl2pPr>
            <a:lvl3pPr algn="r">
              <a:defRPr sz="1200" b="0">
                <a:solidFill>
                  <a:srgbClr val="52686F"/>
                </a:solidFill>
                <a:latin typeface="DejaVu Sans"/>
                <a:ea typeface="DejaVu Sans"/>
                <a:cs typeface="DejaVu Sans"/>
              </a:defRPr>
            </a:lvl3pPr>
            <a:lvl4pPr algn="r">
              <a:defRPr sz="1200" b="0">
                <a:solidFill>
                  <a:srgbClr val="52686F"/>
                </a:solidFill>
                <a:latin typeface="DejaVu Sans"/>
                <a:ea typeface="DejaVu Sans"/>
                <a:cs typeface="DejaVu Sans"/>
              </a:defRPr>
            </a:lvl4pPr>
            <a:lvl5pPr algn="r">
              <a:defRPr sz="1200" b="0">
                <a:solidFill>
                  <a:srgbClr val="52686F"/>
                </a:solidFill>
                <a:latin typeface="DejaVu Sans"/>
                <a:ea typeface="DejaVu Sans"/>
                <a:cs typeface="DejaVu Sans"/>
              </a:defRPr>
            </a:lvl5pPr>
            <a:lvl6pPr algn="r">
              <a:defRPr sz="1200" b="0">
                <a:solidFill>
                  <a:srgbClr val="52686F"/>
                </a:solidFill>
                <a:latin typeface="DejaVu Sans"/>
                <a:ea typeface="DejaVu Sans"/>
                <a:cs typeface="DejaVu Sans"/>
              </a:defRPr>
            </a:lvl6pPr>
            <a:lvl7pPr algn="r">
              <a:defRPr sz="1200" b="0">
                <a:solidFill>
                  <a:srgbClr val="52686F"/>
                </a:solidFill>
                <a:latin typeface="DejaVu Sans"/>
                <a:ea typeface="DejaVu Sans"/>
                <a:cs typeface="DejaVu Sans"/>
              </a:defRPr>
            </a:lvl7pPr>
            <a:lvl8pPr algn="r">
              <a:defRPr sz="1200" b="0">
                <a:solidFill>
                  <a:srgbClr val="52686F"/>
                </a:solidFill>
                <a:latin typeface="DejaVu Sans"/>
                <a:ea typeface="DejaVu Sans"/>
                <a:cs typeface="DejaVu Sans"/>
              </a:defRPr>
            </a:lvl8pPr>
            <a:lvl9pPr algn="r">
              <a:defRPr sz="1200" b="0">
                <a:solidFill>
                  <a:srgbClr val="52686F"/>
                </a:solidFill>
                <a:latin typeface="DejaVu Sans"/>
                <a:ea typeface="DejaVu Sans"/>
                <a:cs typeface="DejaVu Sans"/>
              </a:defRPr>
            </a:lvl9pPr>
          </a:lstStyle>
          <a:p xmlns:a="http://schemas.openxmlformats.org/drawingml/2006/main">
            <a:pPr algn="r">
              <a:defRPr sz="1200" b="0">
                <a:solidFill>
                  <a:srgbClr val="52686F"/>
                </a:solidFill>
                <a:latin typeface="DejaVu Sans"/>
                <a:ea typeface="DejaVu Sans"/>
                <a:cs typeface="DejaVu Sans"/>
              </a:defRPr>
            </a:pPr>
            <a:r>
              <a:rPr sz="1200" b="0">
                <a:solidFill>
                  <a:srgbClr val="52686F"/>
                </a:solidFill>
                <a:latin typeface="DejaVu Sans"/>
                <a:ea typeface="DejaVu Sans"/>
                <a:cs typeface="DejaVu Sans"/>
              </a:rPr>
              <a:t>32 / 32</a:t>
            </a:r>
          </a:p>
        </p:txBody>
      </p:sp>
    </p:spTree>
    <p:extLst>
      <p:ext uri="{BB962C8B-B14F-4D97-AF65-F5344CB8AC3E}">
        <p14:creationId xmlns:p14="http://schemas.microsoft.com/office/powerpoint/2010/main" val="1905671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2026-10-22T20:51:44.3000000Z</dcterms:created>
  <dcterms:modified xsi:type="dcterms:W3CDTF">2026-10-22T20:51:44.3000000Z</dcterms:modified>
</coreProperties>
</file>